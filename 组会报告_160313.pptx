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8" r:id="rId4"/>
    <p:sldId id="258" r:id="rId5"/>
    <p:sldId id="262" r:id="rId6"/>
    <p:sldId id="263" r:id="rId7"/>
    <p:sldId id="264" r:id="rId8"/>
    <p:sldId id="259" r:id="rId9"/>
    <p:sldId id="260" r:id="rId10"/>
    <p:sldId id="261"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B353F65-D0A6-B84F-9843-D7DD612426F2}">
          <p14:sldIdLst>
            <p14:sldId id="256"/>
            <p14:sldId id="257"/>
            <p14:sldId id="278"/>
            <p14:sldId id="258"/>
            <p14:sldId id="262"/>
            <p14:sldId id="263"/>
            <p14:sldId id="264"/>
            <p14:sldId id="259"/>
            <p14:sldId id="260"/>
            <p14:sldId id="261"/>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29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printerSettings" Target="printerSettings/printerSettings1.bin"/><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48E6F3-5A2B-DB49-94E5-728214F3B564}" type="doc">
      <dgm:prSet loTypeId="urn:microsoft.com/office/officeart/2005/8/layout/target2" loCatId="" qsTypeId="urn:microsoft.com/office/officeart/2005/8/quickstyle/simple4" qsCatId="simple" csTypeId="urn:microsoft.com/office/officeart/2005/8/colors/accent0_3" csCatId="mainScheme" phldr="1"/>
      <dgm:spPr/>
      <dgm:t>
        <a:bodyPr/>
        <a:lstStyle/>
        <a:p>
          <a:endParaRPr lang="zh-CN" altLang="en-US"/>
        </a:p>
      </dgm:t>
    </dgm:pt>
    <dgm:pt modelId="{A0678814-CA59-E940-A532-01C114F0A107}">
      <dgm:prSet phldrT="[文本]"/>
      <dgm:spPr/>
      <dgm:t>
        <a:bodyPr/>
        <a:lstStyle/>
        <a:p>
          <a:r>
            <a:rPr lang="en-US" altLang="zh-CN"/>
            <a:t>High</a:t>
          </a:r>
          <a:r>
            <a:rPr lang="zh-CN" altLang="en-US"/>
            <a:t> </a:t>
          </a:r>
          <a:r>
            <a:rPr lang="en-US" altLang="zh-CN"/>
            <a:t>Level:</a:t>
          </a:r>
          <a:r>
            <a:rPr lang="zh-CN" altLang="en-US"/>
            <a:t> </a:t>
          </a:r>
          <a:r>
            <a:rPr lang="en-US" altLang="zh-CN"/>
            <a:t>Graphic</a:t>
          </a:r>
          <a:r>
            <a:rPr lang="zh-CN" altLang="en-US"/>
            <a:t> </a:t>
          </a:r>
          <a:r>
            <a:rPr lang="en-US" altLang="zh-CN"/>
            <a:t>User</a:t>
          </a:r>
          <a:r>
            <a:rPr lang="zh-CN" altLang="en-US"/>
            <a:t> </a:t>
          </a:r>
          <a:r>
            <a:rPr lang="en-US" altLang="zh-CN"/>
            <a:t>Interface</a:t>
          </a:r>
          <a:endParaRPr lang="zh-CN" altLang="en-US"/>
        </a:p>
      </dgm:t>
    </dgm:pt>
    <dgm:pt modelId="{9AC45313-2DBF-C94F-9B60-59E7E7F28674}" type="parTrans" cxnId="{891DD0C6-9997-AB4D-9CA3-8FA2202FDF6F}">
      <dgm:prSet/>
      <dgm:spPr/>
      <dgm:t>
        <a:bodyPr/>
        <a:lstStyle/>
        <a:p>
          <a:endParaRPr lang="zh-CN" altLang="en-US"/>
        </a:p>
      </dgm:t>
    </dgm:pt>
    <dgm:pt modelId="{2B8C34E1-3B26-C34F-8C1A-FB5C87BD7556}" type="sibTrans" cxnId="{891DD0C6-9997-AB4D-9CA3-8FA2202FDF6F}">
      <dgm:prSet/>
      <dgm:spPr/>
      <dgm:t>
        <a:bodyPr/>
        <a:lstStyle/>
        <a:p>
          <a:endParaRPr lang="zh-CN" altLang="en-US"/>
        </a:p>
      </dgm:t>
    </dgm:pt>
    <dgm:pt modelId="{1BE8E717-1A8A-6C47-AF24-A6305663B10C}">
      <dgm:prSet phldrT="[文本]"/>
      <dgm:spPr/>
      <dgm:t>
        <a:bodyPr/>
        <a:lstStyle/>
        <a:p>
          <a:r>
            <a:rPr lang="en-US" altLang="zh-CN"/>
            <a:t>PyQt</a:t>
          </a:r>
          <a:endParaRPr lang="zh-CN" altLang="en-US"/>
        </a:p>
      </dgm:t>
    </dgm:pt>
    <dgm:pt modelId="{8ED60AF2-6FB8-4546-B275-2356694A31E6}" type="parTrans" cxnId="{2FEE8D6B-E14D-C041-B477-F377D77713C5}">
      <dgm:prSet/>
      <dgm:spPr/>
      <dgm:t>
        <a:bodyPr/>
        <a:lstStyle/>
        <a:p>
          <a:endParaRPr lang="zh-CN" altLang="en-US"/>
        </a:p>
      </dgm:t>
    </dgm:pt>
    <dgm:pt modelId="{D18EE872-3FEF-424B-8EF3-2BCB149E04ED}" type="sibTrans" cxnId="{2FEE8D6B-E14D-C041-B477-F377D77713C5}">
      <dgm:prSet/>
      <dgm:spPr/>
      <dgm:t>
        <a:bodyPr/>
        <a:lstStyle/>
        <a:p>
          <a:endParaRPr lang="zh-CN" altLang="en-US"/>
        </a:p>
      </dgm:t>
    </dgm:pt>
    <dgm:pt modelId="{137E261D-B76F-7D47-B040-EC57D3E47004}">
      <dgm:prSet phldrT="[文本]"/>
      <dgm:spPr/>
      <dgm:t>
        <a:bodyPr/>
        <a:lstStyle/>
        <a:p>
          <a:r>
            <a:rPr lang="en-US" altLang="zh-CN"/>
            <a:t>Qt</a:t>
          </a:r>
          <a:endParaRPr lang="zh-CN" altLang="en-US"/>
        </a:p>
      </dgm:t>
    </dgm:pt>
    <dgm:pt modelId="{60BF5A57-CE15-DB4C-94C7-4DEB91176750}" type="parTrans" cxnId="{79DC678D-4FDB-1244-9026-E91E21C4689F}">
      <dgm:prSet/>
      <dgm:spPr/>
      <dgm:t>
        <a:bodyPr/>
        <a:lstStyle/>
        <a:p>
          <a:endParaRPr lang="zh-CN" altLang="en-US"/>
        </a:p>
      </dgm:t>
    </dgm:pt>
    <dgm:pt modelId="{B798B388-AB3C-D14F-866B-A0D8A1B1A639}" type="sibTrans" cxnId="{79DC678D-4FDB-1244-9026-E91E21C4689F}">
      <dgm:prSet/>
      <dgm:spPr/>
      <dgm:t>
        <a:bodyPr/>
        <a:lstStyle/>
        <a:p>
          <a:endParaRPr lang="zh-CN" altLang="en-US"/>
        </a:p>
      </dgm:t>
    </dgm:pt>
    <dgm:pt modelId="{130B1C40-447F-2B45-836F-CAC0B6D9F09B}">
      <dgm:prSet phldrT="[文本]"/>
      <dgm:spPr/>
      <dgm:t>
        <a:bodyPr/>
        <a:lstStyle/>
        <a:p>
          <a:r>
            <a:rPr lang="en-US" altLang="zh-CN"/>
            <a:t>Middle</a:t>
          </a:r>
          <a:r>
            <a:rPr lang="zh-CN" altLang="en-US"/>
            <a:t> </a:t>
          </a:r>
          <a:r>
            <a:rPr lang="en-US" altLang="zh-CN"/>
            <a:t>Level:</a:t>
          </a:r>
          <a:r>
            <a:rPr lang="zh-CN" altLang="en-US"/>
            <a:t> </a:t>
          </a:r>
          <a:r>
            <a:rPr lang="en-US" altLang="zh-CN"/>
            <a:t>Data</a:t>
          </a:r>
          <a:r>
            <a:rPr lang="zh-CN" altLang="en-US"/>
            <a:t> </a:t>
          </a:r>
          <a:r>
            <a:rPr lang="en-US" altLang="zh-CN"/>
            <a:t>processing</a:t>
          </a:r>
          <a:r>
            <a:rPr lang="zh-CN" altLang="en-US"/>
            <a:t> </a:t>
          </a:r>
          <a:r>
            <a:rPr lang="en-US" altLang="zh-CN"/>
            <a:t>and</a:t>
          </a:r>
          <a:r>
            <a:rPr lang="zh-CN" altLang="en-US"/>
            <a:t> </a:t>
          </a:r>
          <a:r>
            <a:rPr lang="en-US" altLang="zh-CN"/>
            <a:t>analysis</a:t>
          </a:r>
          <a:endParaRPr lang="zh-CN" altLang="en-US"/>
        </a:p>
      </dgm:t>
    </dgm:pt>
    <dgm:pt modelId="{9AADC53B-A7A7-5840-B9F3-17C7D8601FA3}" type="parTrans" cxnId="{D7148179-BE6E-4A48-A51B-35FAB641E5C9}">
      <dgm:prSet/>
      <dgm:spPr/>
      <dgm:t>
        <a:bodyPr/>
        <a:lstStyle/>
        <a:p>
          <a:endParaRPr lang="zh-CN" altLang="en-US"/>
        </a:p>
      </dgm:t>
    </dgm:pt>
    <dgm:pt modelId="{966C2773-FF0F-784E-88C2-0B65125E8D02}" type="sibTrans" cxnId="{D7148179-BE6E-4A48-A51B-35FAB641E5C9}">
      <dgm:prSet/>
      <dgm:spPr/>
      <dgm:t>
        <a:bodyPr/>
        <a:lstStyle/>
        <a:p>
          <a:endParaRPr lang="zh-CN" altLang="en-US"/>
        </a:p>
      </dgm:t>
    </dgm:pt>
    <dgm:pt modelId="{48817237-E322-CF4C-B22D-B5D79B636443}">
      <dgm:prSet phldrT="[文本]"/>
      <dgm:spPr/>
      <dgm:t>
        <a:bodyPr/>
        <a:lstStyle/>
        <a:p>
          <a:r>
            <a:rPr lang="en-US" altLang="zh-CN"/>
            <a:t>Numpy</a:t>
          </a:r>
          <a:endParaRPr lang="zh-CN" altLang="en-US"/>
        </a:p>
      </dgm:t>
    </dgm:pt>
    <dgm:pt modelId="{44CA1327-3B07-6A4F-8B88-7EC4CD85D3C6}" type="parTrans" cxnId="{23395420-1E0B-CC4F-938E-029548FE712B}">
      <dgm:prSet/>
      <dgm:spPr/>
      <dgm:t>
        <a:bodyPr/>
        <a:lstStyle/>
        <a:p>
          <a:endParaRPr lang="zh-CN" altLang="en-US"/>
        </a:p>
      </dgm:t>
    </dgm:pt>
    <dgm:pt modelId="{AB1C2270-2E27-194D-9C84-7E9D512F0E10}" type="sibTrans" cxnId="{23395420-1E0B-CC4F-938E-029548FE712B}">
      <dgm:prSet/>
      <dgm:spPr/>
      <dgm:t>
        <a:bodyPr/>
        <a:lstStyle/>
        <a:p>
          <a:endParaRPr lang="zh-CN" altLang="en-US"/>
        </a:p>
      </dgm:t>
    </dgm:pt>
    <dgm:pt modelId="{57127BE6-B3FB-214A-929C-0DF508023982}">
      <dgm:prSet phldrT="[文本]"/>
      <dgm:spPr/>
      <dgm:t>
        <a:bodyPr/>
        <a:lstStyle/>
        <a:p>
          <a:r>
            <a:rPr lang="en-US" altLang="zh-CN"/>
            <a:t>Scipy</a:t>
          </a:r>
          <a:endParaRPr lang="zh-CN" altLang="en-US"/>
        </a:p>
      </dgm:t>
    </dgm:pt>
    <dgm:pt modelId="{7E70A1F7-2884-9F41-A919-85AD350855EE}" type="parTrans" cxnId="{15510A9A-43CF-E44B-952E-188FC3902531}">
      <dgm:prSet/>
      <dgm:spPr/>
      <dgm:t>
        <a:bodyPr/>
        <a:lstStyle/>
        <a:p>
          <a:endParaRPr lang="zh-CN" altLang="en-US"/>
        </a:p>
      </dgm:t>
    </dgm:pt>
    <dgm:pt modelId="{34FCCB5C-C174-9C43-AFC9-6F924CB57154}" type="sibTrans" cxnId="{15510A9A-43CF-E44B-952E-188FC3902531}">
      <dgm:prSet/>
      <dgm:spPr/>
      <dgm:t>
        <a:bodyPr/>
        <a:lstStyle/>
        <a:p>
          <a:endParaRPr lang="zh-CN" altLang="en-US"/>
        </a:p>
      </dgm:t>
    </dgm:pt>
    <dgm:pt modelId="{FEB3347C-F2C4-CE4B-A3A0-BDB61D4FF274}">
      <dgm:prSet phldrT="[文本]"/>
      <dgm:spPr/>
      <dgm:t>
        <a:bodyPr/>
        <a:lstStyle/>
        <a:p>
          <a:r>
            <a:rPr lang="en-US" altLang="zh-CN"/>
            <a:t>Low</a:t>
          </a:r>
          <a:r>
            <a:rPr lang="zh-CN" altLang="en-US"/>
            <a:t> </a:t>
          </a:r>
          <a:r>
            <a:rPr lang="en-US" altLang="zh-CN"/>
            <a:t>Level:</a:t>
          </a:r>
          <a:r>
            <a:rPr lang="zh-CN" altLang="en-US"/>
            <a:t> </a:t>
          </a:r>
          <a:r>
            <a:rPr lang="en-US" altLang="zh-CN"/>
            <a:t>Data</a:t>
          </a:r>
          <a:r>
            <a:rPr lang="zh-CN" altLang="en-US"/>
            <a:t> </a:t>
          </a:r>
          <a:r>
            <a:rPr lang="en-US" altLang="zh-CN"/>
            <a:t>acquisition</a:t>
          </a:r>
          <a:endParaRPr lang="zh-CN" altLang="en-US"/>
        </a:p>
      </dgm:t>
    </dgm:pt>
    <dgm:pt modelId="{12AA6174-AC78-064C-BEFB-D9CC80425B62}" type="parTrans" cxnId="{213D192C-092A-BF4C-9AB0-FFE44A291C4D}">
      <dgm:prSet/>
      <dgm:spPr/>
      <dgm:t>
        <a:bodyPr/>
        <a:lstStyle/>
        <a:p>
          <a:endParaRPr lang="zh-CN" altLang="en-US"/>
        </a:p>
      </dgm:t>
    </dgm:pt>
    <dgm:pt modelId="{34F8FB65-537F-3C40-8281-BA3D16A6F77F}" type="sibTrans" cxnId="{213D192C-092A-BF4C-9AB0-FFE44A291C4D}">
      <dgm:prSet/>
      <dgm:spPr/>
      <dgm:t>
        <a:bodyPr/>
        <a:lstStyle/>
        <a:p>
          <a:endParaRPr lang="zh-CN" altLang="en-US"/>
        </a:p>
      </dgm:t>
    </dgm:pt>
    <dgm:pt modelId="{8746DF1C-FE64-6C43-8BE0-5E275BD2D6CB}">
      <dgm:prSet phldrT="[文本]"/>
      <dgm:spPr/>
      <dgm:t>
        <a:bodyPr/>
        <a:lstStyle/>
        <a:p>
          <a:r>
            <a:rPr lang="en-US" altLang="zh-CN"/>
            <a:t>PyEpics</a:t>
          </a:r>
          <a:endParaRPr lang="zh-CN" altLang="en-US"/>
        </a:p>
      </dgm:t>
    </dgm:pt>
    <dgm:pt modelId="{5D1A7A12-6665-2846-8254-B1587E701740}" type="parTrans" cxnId="{B3489550-902D-F743-B29D-9C1B3232B8DE}">
      <dgm:prSet/>
      <dgm:spPr/>
      <dgm:t>
        <a:bodyPr/>
        <a:lstStyle/>
        <a:p>
          <a:endParaRPr lang="zh-CN" altLang="en-US"/>
        </a:p>
      </dgm:t>
    </dgm:pt>
    <dgm:pt modelId="{BD51E6B9-AAD9-AE4E-AE3B-353958E7D06D}" type="sibTrans" cxnId="{B3489550-902D-F743-B29D-9C1B3232B8DE}">
      <dgm:prSet/>
      <dgm:spPr/>
      <dgm:t>
        <a:bodyPr/>
        <a:lstStyle/>
        <a:p>
          <a:endParaRPr lang="zh-CN" altLang="en-US"/>
        </a:p>
      </dgm:t>
    </dgm:pt>
    <dgm:pt modelId="{0B53F515-A03C-6E40-8FCF-7781AD9F239E}">
      <dgm:prSet phldrT="[文本]"/>
      <dgm:spPr/>
      <dgm:t>
        <a:bodyPr/>
        <a:lstStyle/>
        <a:p>
          <a:r>
            <a:rPr lang="en-US" altLang="zh-CN"/>
            <a:t>EPICS</a:t>
          </a:r>
          <a:endParaRPr lang="zh-CN" altLang="en-US"/>
        </a:p>
      </dgm:t>
    </dgm:pt>
    <dgm:pt modelId="{4C2CB533-624A-594D-9C75-FE2CC5831442}" type="parTrans" cxnId="{6A34A7A2-3278-CB46-B655-5EB41F8CC613}">
      <dgm:prSet/>
      <dgm:spPr/>
      <dgm:t>
        <a:bodyPr/>
        <a:lstStyle/>
        <a:p>
          <a:endParaRPr lang="zh-CN" altLang="en-US"/>
        </a:p>
      </dgm:t>
    </dgm:pt>
    <dgm:pt modelId="{BBCFE7D8-FCBF-1645-A488-984D11B120B5}" type="sibTrans" cxnId="{6A34A7A2-3278-CB46-B655-5EB41F8CC613}">
      <dgm:prSet/>
      <dgm:spPr/>
      <dgm:t>
        <a:bodyPr/>
        <a:lstStyle/>
        <a:p>
          <a:endParaRPr lang="zh-CN" altLang="en-US"/>
        </a:p>
      </dgm:t>
    </dgm:pt>
    <dgm:pt modelId="{907187CD-F229-3749-B5E6-67DF4CDF815C}">
      <dgm:prSet phldrT="[文本]"/>
      <dgm:spPr/>
      <dgm:t>
        <a:bodyPr/>
        <a:lstStyle/>
        <a:p>
          <a:r>
            <a:rPr lang="en-US" altLang="zh-CN"/>
            <a:t>PIL</a:t>
          </a:r>
          <a:endParaRPr lang="zh-CN" altLang="en-US"/>
        </a:p>
      </dgm:t>
    </dgm:pt>
    <dgm:pt modelId="{C419BDDC-3A3D-FB42-8FF1-BF4D1169759D}" type="parTrans" cxnId="{B1F7863B-606D-574C-AA33-D3806A020EC3}">
      <dgm:prSet/>
      <dgm:spPr/>
      <dgm:t>
        <a:bodyPr/>
        <a:lstStyle/>
        <a:p>
          <a:endParaRPr lang="zh-CN" altLang="en-US"/>
        </a:p>
      </dgm:t>
    </dgm:pt>
    <dgm:pt modelId="{2C4F6EAE-242C-5644-BC96-ECCB791B01A4}" type="sibTrans" cxnId="{B1F7863B-606D-574C-AA33-D3806A020EC3}">
      <dgm:prSet/>
      <dgm:spPr/>
      <dgm:t>
        <a:bodyPr/>
        <a:lstStyle/>
        <a:p>
          <a:endParaRPr lang="zh-CN" altLang="en-US"/>
        </a:p>
      </dgm:t>
    </dgm:pt>
    <dgm:pt modelId="{8B28FD00-ACA7-3A46-AA7E-5A439C5E9CF3}" type="pres">
      <dgm:prSet presAssocID="{A548E6F3-5A2B-DB49-94E5-728214F3B564}" presName="Name0" presStyleCnt="0">
        <dgm:presLayoutVars>
          <dgm:chMax val="3"/>
          <dgm:chPref val="1"/>
          <dgm:dir/>
          <dgm:animLvl val="lvl"/>
          <dgm:resizeHandles/>
        </dgm:presLayoutVars>
      </dgm:prSet>
      <dgm:spPr/>
      <dgm:t>
        <a:bodyPr/>
        <a:lstStyle/>
        <a:p>
          <a:endParaRPr lang="zh-CN" altLang="en-US"/>
        </a:p>
      </dgm:t>
    </dgm:pt>
    <dgm:pt modelId="{305F7085-0BA5-2043-872E-C579D917D263}" type="pres">
      <dgm:prSet presAssocID="{A548E6F3-5A2B-DB49-94E5-728214F3B564}" presName="outerBox" presStyleCnt="0"/>
      <dgm:spPr/>
      <dgm:t>
        <a:bodyPr/>
        <a:lstStyle/>
        <a:p>
          <a:endParaRPr lang="zh-CN" altLang="en-US"/>
        </a:p>
      </dgm:t>
    </dgm:pt>
    <dgm:pt modelId="{4B72ED74-3780-D84C-A4C8-5591FBA0F3C5}" type="pres">
      <dgm:prSet presAssocID="{A548E6F3-5A2B-DB49-94E5-728214F3B564}" presName="outerBoxParent" presStyleLbl="node1" presStyleIdx="0" presStyleCnt="3" custLinFactNeighborX="2544" custLinFactNeighborY="-6339"/>
      <dgm:spPr/>
      <dgm:t>
        <a:bodyPr/>
        <a:lstStyle/>
        <a:p>
          <a:endParaRPr lang="zh-CN" altLang="en-US"/>
        </a:p>
      </dgm:t>
    </dgm:pt>
    <dgm:pt modelId="{F30A20C9-FE6B-F54B-9502-27BF1A078757}" type="pres">
      <dgm:prSet presAssocID="{A548E6F3-5A2B-DB49-94E5-728214F3B564}" presName="outerBoxChildren" presStyleCnt="0"/>
      <dgm:spPr/>
      <dgm:t>
        <a:bodyPr/>
        <a:lstStyle/>
        <a:p>
          <a:endParaRPr lang="zh-CN" altLang="en-US"/>
        </a:p>
      </dgm:t>
    </dgm:pt>
    <dgm:pt modelId="{3B796F09-1976-C449-B401-FBE3F2744D8C}" type="pres">
      <dgm:prSet presAssocID="{1BE8E717-1A8A-6C47-AF24-A6305663B10C}" presName="oChild" presStyleLbl="fgAcc1" presStyleIdx="0" presStyleCnt="7">
        <dgm:presLayoutVars>
          <dgm:bulletEnabled val="1"/>
        </dgm:presLayoutVars>
      </dgm:prSet>
      <dgm:spPr/>
      <dgm:t>
        <a:bodyPr/>
        <a:lstStyle/>
        <a:p>
          <a:endParaRPr lang="zh-CN" altLang="en-US"/>
        </a:p>
      </dgm:t>
    </dgm:pt>
    <dgm:pt modelId="{0A297648-CCD0-3043-8009-1D00050417E8}" type="pres">
      <dgm:prSet presAssocID="{D18EE872-3FEF-424B-8EF3-2BCB149E04ED}" presName="outerSibTrans" presStyleCnt="0"/>
      <dgm:spPr/>
      <dgm:t>
        <a:bodyPr/>
        <a:lstStyle/>
        <a:p>
          <a:endParaRPr lang="zh-CN" altLang="en-US"/>
        </a:p>
      </dgm:t>
    </dgm:pt>
    <dgm:pt modelId="{CDBECD05-1F92-BB4E-B56D-ECDF897597C0}" type="pres">
      <dgm:prSet presAssocID="{137E261D-B76F-7D47-B040-EC57D3E47004}" presName="oChild" presStyleLbl="fgAcc1" presStyleIdx="1" presStyleCnt="7">
        <dgm:presLayoutVars>
          <dgm:bulletEnabled val="1"/>
        </dgm:presLayoutVars>
      </dgm:prSet>
      <dgm:spPr/>
      <dgm:t>
        <a:bodyPr/>
        <a:lstStyle/>
        <a:p>
          <a:endParaRPr lang="zh-CN" altLang="en-US"/>
        </a:p>
      </dgm:t>
    </dgm:pt>
    <dgm:pt modelId="{963F1E43-0E86-D246-95F4-68C9AB522A86}" type="pres">
      <dgm:prSet presAssocID="{A548E6F3-5A2B-DB49-94E5-728214F3B564}" presName="middleBox" presStyleCnt="0"/>
      <dgm:spPr/>
      <dgm:t>
        <a:bodyPr/>
        <a:lstStyle/>
        <a:p>
          <a:endParaRPr lang="zh-CN" altLang="en-US"/>
        </a:p>
      </dgm:t>
    </dgm:pt>
    <dgm:pt modelId="{35CD6844-EEC4-9849-B654-004F9ADA7792}" type="pres">
      <dgm:prSet presAssocID="{A548E6F3-5A2B-DB49-94E5-728214F3B564}" presName="middleBoxParent" presStyleLbl="node1" presStyleIdx="1" presStyleCnt="3"/>
      <dgm:spPr/>
      <dgm:t>
        <a:bodyPr/>
        <a:lstStyle/>
        <a:p>
          <a:endParaRPr lang="zh-CN" altLang="en-US"/>
        </a:p>
      </dgm:t>
    </dgm:pt>
    <dgm:pt modelId="{4687E8A7-E0D7-F847-A245-9325BCE8D9C8}" type="pres">
      <dgm:prSet presAssocID="{A548E6F3-5A2B-DB49-94E5-728214F3B564}" presName="middleBoxChildren" presStyleCnt="0"/>
      <dgm:spPr/>
      <dgm:t>
        <a:bodyPr/>
        <a:lstStyle/>
        <a:p>
          <a:endParaRPr lang="zh-CN" altLang="en-US"/>
        </a:p>
      </dgm:t>
    </dgm:pt>
    <dgm:pt modelId="{8C8D2B3E-DC8C-FF49-BB0F-681D9304977E}" type="pres">
      <dgm:prSet presAssocID="{48817237-E322-CF4C-B22D-B5D79B636443}" presName="mChild" presStyleLbl="fgAcc1" presStyleIdx="2" presStyleCnt="7">
        <dgm:presLayoutVars>
          <dgm:bulletEnabled val="1"/>
        </dgm:presLayoutVars>
      </dgm:prSet>
      <dgm:spPr/>
      <dgm:t>
        <a:bodyPr/>
        <a:lstStyle/>
        <a:p>
          <a:endParaRPr lang="zh-CN" altLang="en-US"/>
        </a:p>
      </dgm:t>
    </dgm:pt>
    <dgm:pt modelId="{D9EFAE58-78E4-A64B-B5DF-8617D32AAF8C}" type="pres">
      <dgm:prSet presAssocID="{AB1C2270-2E27-194D-9C84-7E9D512F0E10}" presName="middleSibTrans" presStyleCnt="0"/>
      <dgm:spPr/>
      <dgm:t>
        <a:bodyPr/>
        <a:lstStyle/>
        <a:p>
          <a:endParaRPr lang="zh-CN" altLang="en-US"/>
        </a:p>
      </dgm:t>
    </dgm:pt>
    <dgm:pt modelId="{B02FE9FE-68E5-E644-9612-6F6EC67402CE}" type="pres">
      <dgm:prSet presAssocID="{57127BE6-B3FB-214A-929C-0DF508023982}" presName="mChild" presStyleLbl="fgAcc1" presStyleIdx="3" presStyleCnt="7">
        <dgm:presLayoutVars>
          <dgm:bulletEnabled val="1"/>
        </dgm:presLayoutVars>
      </dgm:prSet>
      <dgm:spPr/>
      <dgm:t>
        <a:bodyPr/>
        <a:lstStyle/>
        <a:p>
          <a:endParaRPr lang="zh-CN" altLang="en-US"/>
        </a:p>
      </dgm:t>
    </dgm:pt>
    <dgm:pt modelId="{CEB7FF79-2011-3A4E-A508-71C38EFDB361}" type="pres">
      <dgm:prSet presAssocID="{34FCCB5C-C174-9C43-AFC9-6F924CB57154}" presName="middleSibTrans" presStyleCnt="0"/>
      <dgm:spPr/>
      <dgm:t>
        <a:bodyPr/>
        <a:lstStyle/>
        <a:p>
          <a:endParaRPr lang="zh-CN" altLang="en-US"/>
        </a:p>
      </dgm:t>
    </dgm:pt>
    <dgm:pt modelId="{C9D6A01D-94D8-404B-8CE0-D0F9684A4BFF}" type="pres">
      <dgm:prSet presAssocID="{907187CD-F229-3749-B5E6-67DF4CDF815C}" presName="mChild" presStyleLbl="fgAcc1" presStyleIdx="4" presStyleCnt="7">
        <dgm:presLayoutVars>
          <dgm:bulletEnabled val="1"/>
        </dgm:presLayoutVars>
      </dgm:prSet>
      <dgm:spPr/>
      <dgm:t>
        <a:bodyPr/>
        <a:lstStyle/>
        <a:p>
          <a:endParaRPr lang="zh-CN" altLang="en-US"/>
        </a:p>
      </dgm:t>
    </dgm:pt>
    <dgm:pt modelId="{CD99B1AA-7C49-1C4C-AF10-BC94B14D6BE6}" type="pres">
      <dgm:prSet presAssocID="{A548E6F3-5A2B-DB49-94E5-728214F3B564}" presName="centerBox" presStyleCnt="0"/>
      <dgm:spPr/>
      <dgm:t>
        <a:bodyPr/>
        <a:lstStyle/>
        <a:p>
          <a:endParaRPr lang="zh-CN" altLang="en-US"/>
        </a:p>
      </dgm:t>
    </dgm:pt>
    <dgm:pt modelId="{EF49A807-DF17-A14A-B23A-B1D9CFD22757}" type="pres">
      <dgm:prSet presAssocID="{A548E6F3-5A2B-DB49-94E5-728214F3B564}" presName="centerBoxParent" presStyleLbl="node1" presStyleIdx="2" presStyleCnt="3"/>
      <dgm:spPr/>
      <dgm:t>
        <a:bodyPr/>
        <a:lstStyle/>
        <a:p>
          <a:endParaRPr lang="zh-CN" altLang="en-US"/>
        </a:p>
      </dgm:t>
    </dgm:pt>
    <dgm:pt modelId="{06AE9EA8-F0A1-D04D-ABA0-891E8D5606AA}" type="pres">
      <dgm:prSet presAssocID="{A548E6F3-5A2B-DB49-94E5-728214F3B564}" presName="centerBoxChildren" presStyleCnt="0"/>
      <dgm:spPr/>
      <dgm:t>
        <a:bodyPr/>
        <a:lstStyle/>
        <a:p>
          <a:endParaRPr lang="zh-CN" altLang="en-US"/>
        </a:p>
      </dgm:t>
    </dgm:pt>
    <dgm:pt modelId="{15E3F930-5FFA-4A4F-805C-F1B85E6D7CED}" type="pres">
      <dgm:prSet presAssocID="{8746DF1C-FE64-6C43-8BE0-5E275BD2D6CB}" presName="cChild" presStyleLbl="fgAcc1" presStyleIdx="5" presStyleCnt="7">
        <dgm:presLayoutVars>
          <dgm:bulletEnabled val="1"/>
        </dgm:presLayoutVars>
      </dgm:prSet>
      <dgm:spPr/>
      <dgm:t>
        <a:bodyPr/>
        <a:lstStyle/>
        <a:p>
          <a:endParaRPr lang="zh-CN" altLang="en-US"/>
        </a:p>
      </dgm:t>
    </dgm:pt>
    <dgm:pt modelId="{3EB6E5F8-23DA-6748-BDE0-09AD4C5064F4}" type="pres">
      <dgm:prSet presAssocID="{BD51E6B9-AAD9-AE4E-AE3B-353958E7D06D}" presName="centerSibTrans" presStyleCnt="0"/>
      <dgm:spPr/>
      <dgm:t>
        <a:bodyPr/>
        <a:lstStyle/>
        <a:p>
          <a:endParaRPr lang="zh-CN" altLang="en-US"/>
        </a:p>
      </dgm:t>
    </dgm:pt>
    <dgm:pt modelId="{734E0317-596E-514C-8610-3139E348639B}" type="pres">
      <dgm:prSet presAssocID="{0B53F515-A03C-6E40-8FCF-7781AD9F239E}" presName="cChild" presStyleLbl="fgAcc1" presStyleIdx="6" presStyleCnt="7">
        <dgm:presLayoutVars>
          <dgm:bulletEnabled val="1"/>
        </dgm:presLayoutVars>
      </dgm:prSet>
      <dgm:spPr/>
      <dgm:t>
        <a:bodyPr/>
        <a:lstStyle/>
        <a:p>
          <a:endParaRPr lang="zh-CN" altLang="en-US"/>
        </a:p>
      </dgm:t>
    </dgm:pt>
  </dgm:ptLst>
  <dgm:cxnLst>
    <dgm:cxn modelId="{A8334BD9-D13A-014F-8A21-5B59B6E32582}" type="presOf" srcId="{57127BE6-B3FB-214A-929C-0DF508023982}" destId="{B02FE9FE-68E5-E644-9612-6F6EC67402CE}" srcOrd="0" destOrd="0" presId="urn:microsoft.com/office/officeart/2005/8/layout/target2"/>
    <dgm:cxn modelId="{1A3372EC-EF1F-5948-AC66-4C47B0A51484}" type="presOf" srcId="{48817237-E322-CF4C-B22D-B5D79B636443}" destId="{8C8D2B3E-DC8C-FF49-BB0F-681D9304977E}" srcOrd="0" destOrd="0" presId="urn:microsoft.com/office/officeart/2005/8/layout/target2"/>
    <dgm:cxn modelId="{6A34A7A2-3278-CB46-B655-5EB41F8CC613}" srcId="{FEB3347C-F2C4-CE4B-A3A0-BDB61D4FF274}" destId="{0B53F515-A03C-6E40-8FCF-7781AD9F239E}" srcOrd="1" destOrd="0" parTransId="{4C2CB533-624A-594D-9C75-FE2CC5831442}" sibTransId="{BBCFE7D8-FCBF-1645-A488-984D11B120B5}"/>
    <dgm:cxn modelId="{AE5B239D-F340-5640-A86E-D2C42DB3FA87}" type="presOf" srcId="{907187CD-F229-3749-B5E6-67DF4CDF815C}" destId="{C9D6A01D-94D8-404B-8CE0-D0F9684A4BFF}" srcOrd="0" destOrd="0" presId="urn:microsoft.com/office/officeart/2005/8/layout/target2"/>
    <dgm:cxn modelId="{891DD0C6-9997-AB4D-9CA3-8FA2202FDF6F}" srcId="{A548E6F3-5A2B-DB49-94E5-728214F3B564}" destId="{A0678814-CA59-E940-A532-01C114F0A107}" srcOrd="0" destOrd="0" parTransId="{9AC45313-2DBF-C94F-9B60-59E7E7F28674}" sibTransId="{2B8C34E1-3B26-C34F-8C1A-FB5C87BD7556}"/>
    <dgm:cxn modelId="{B1F7863B-606D-574C-AA33-D3806A020EC3}" srcId="{130B1C40-447F-2B45-836F-CAC0B6D9F09B}" destId="{907187CD-F229-3749-B5E6-67DF4CDF815C}" srcOrd="2" destOrd="0" parTransId="{C419BDDC-3A3D-FB42-8FF1-BF4D1169759D}" sibTransId="{2C4F6EAE-242C-5644-BC96-ECCB791B01A4}"/>
    <dgm:cxn modelId="{B7401189-F026-4242-A814-917C812DCEE2}" type="presOf" srcId="{A0678814-CA59-E940-A532-01C114F0A107}" destId="{4B72ED74-3780-D84C-A4C8-5591FBA0F3C5}" srcOrd="0" destOrd="0" presId="urn:microsoft.com/office/officeart/2005/8/layout/target2"/>
    <dgm:cxn modelId="{B3489550-902D-F743-B29D-9C1B3232B8DE}" srcId="{FEB3347C-F2C4-CE4B-A3A0-BDB61D4FF274}" destId="{8746DF1C-FE64-6C43-8BE0-5E275BD2D6CB}" srcOrd="0" destOrd="0" parTransId="{5D1A7A12-6665-2846-8254-B1587E701740}" sibTransId="{BD51E6B9-AAD9-AE4E-AE3B-353958E7D06D}"/>
    <dgm:cxn modelId="{2FEE8D6B-E14D-C041-B477-F377D77713C5}" srcId="{A0678814-CA59-E940-A532-01C114F0A107}" destId="{1BE8E717-1A8A-6C47-AF24-A6305663B10C}" srcOrd="0" destOrd="0" parTransId="{8ED60AF2-6FB8-4546-B275-2356694A31E6}" sibTransId="{D18EE872-3FEF-424B-8EF3-2BCB149E04ED}"/>
    <dgm:cxn modelId="{ACAC0B50-DC9F-E04A-8009-B67C923F3932}" type="presOf" srcId="{A548E6F3-5A2B-DB49-94E5-728214F3B564}" destId="{8B28FD00-ACA7-3A46-AA7E-5A439C5E9CF3}" srcOrd="0" destOrd="0" presId="urn:microsoft.com/office/officeart/2005/8/layout/target2"/>
    <dgm:cxn modelId="{BE629BFA-12E6-D640-9206-A16578FA9547}" type="presOf" srcId="{130B1C40-447F-2B45-836F-CAC0B6D9F09B}" destId="{35CD6844-EEC4-9849-B654-004F9ADA7792}" srcOrd="0" destOrd="0" presId="urn:microsoft.com/office/officeart/2005/8/layout/target2"/>
    <dgm:cxn modelId="{213D192C-092A-BF4C-9AB0-FFE44A291C4D}" srcId="{A548E6F3-5A2B-DB49-94E5-728214F3B564}" destId="{FEB3347C-F2C4-CE4B-A3A0-BDB61D4FF274}" srcOrd="2" destOrd="0" parTransId="{12AA6174-AC78-064C-BEFB-D9CC80425B62}" sibTransId="{34F8FB65-537F-3C40-8281-BA3D16A6F77F}"/>
    <dgm:cxn modelId="{79DC678D-4FDB-1244-9026-E91E21C4689F}" srcId="{A0678814-CA59-E940-A532-01C114F0A107}" destId="{137E261D-B76F-7D47-B040-EC57D3E47004}" srcOrd="1" destOrd="0" parTransId="{60BF5A57-CE15-DB4C-94C7-4DEB91176750}" sibTransId="{B798B388-AB3C-D14F-866B-A0D8A1B1A639}"/>
    <dgm:cxn modelId="{23395420-1E0B-CC4F-938E-029548FE712B}" srcId="{130B1C40-447F-2B45-836F-CAC0B6D9F09B}" destId="{48817237-E322-CF4C-B22D-B5D79B636443}" srcOrd="0" destOrd="0" parTransId="{44CA1327-3B07-6A4F-8B88-7EC4CD85D3C6}" sibTransId="{AB1C2270-2E27-194D-9C84-7E9D512F0E10}"/>
    <dgm:cxn modelId="{D7148179-BE6E-4A48-A51B-35FAB641E5C9}" srcId="{A548E6F3-5A2B-DB49-94E5-728214F3B564}" destId="{130B1C40-447F-2B45-836F-CAC0B6D9F09B}" srcOrd="1" destOrd="0" parTransId="{9AADC53B-A7A7-5840-B9F3-17C7D8601FA3}" sibTransId="{966C2773-FF0F-784E-88C2-0B65125E8D02}"/>
    <dgm:cxn modelId="{266947E5-4EFF-0F45-AD7D-6124E11B3CD3}" type="presOf" srcId="{0B53F515-A03C-6E40-8FCF-7781AD9F239E}" destId="{734E0317-596E-514C-8610-3139E348639B}" srcOrd="0" destOrd="0" presId="urn:microsoft.com/office/officeart/2005/8/layout/target2"/>
    <dgm:cxn modelId="{15510A9A-43CF-E44B-952E-188FC3902531}" srcId="{130B1C40-447F-2B45-836F-CAC0B6D9F09B}" destId="{57127BE6-B3FB-214A-929C-0DF508023982}" srcOrd="1" destOrd="0" parTransId="{7E70A1F7-2884-9F41-A919-85AD350855EE}" sibTransId="{34FCCB5C-C174-9C43-AFC9-6F924CB57154}"/>
    <dgm:cxn modelId="{A8FA9EB2-B6C7-C442-ABEF-A8F4AF6A6D0F}" type="presOf" srcId="{FEB3347C-F2C4-CE4B-A3A0-BDB61D4FF274}" destId="{EF49A807-DF17-A14A-B23A-B1D9CFD22757}" srcOrd="0" destOrd="0" presId="urn:microsoft.com/office/officeart/2005/8/layout/target2"/>
    <dgm:cxn modelId="{9C1BCFA9-7D6B-E54F-9E08-9F8285B724E2}" type="presOf" srcId="{8746DF1C-FE64-6C43-8BE0-5E275BD2D6CB}" destId="{15E3F930-5FFA-4A4F-805C-F1B85E6D7CED}" srcOrd="0" destOrd="0" presId="urn:microsoft.com/office/officeart/2005/8/layout/target2"/>
    <dgm:cxn modelId="{750133FD-058C-924F-B0AC-D0B9DD2315D0}" type="presOf" srcId="{1BE8E717-1A8A-6C47-AF24-A6305663B10C}" destId="{3B796F09-1976-C449-B401-FBE3F2744D8C}" srcOrd="0" destOrd="0" presId="urn:microsoft.com/office/officeart/2005/8/layout/target2"/>
    <dgm:cxn modelId="{546499E7-E89F-C648-8AFB-61F13B7926E0}" type="presOf" srcId="{137E261D-B76F-7D47-B040-EC57D3E47004}" destId="{CDBECD05-1F92-BB4E-B56D-ECDF897597C0}" srcOrd="0" destOrd="0" presId="urn:microsoft.com/office/officeart/2005/8/layout/target2"/>
    <dgm:cxn modelId="{4E7679DA-BA40-AE4D-A814-120AFCEB2692}" type="presParOf" srcId="{8B28FD00-ACA7-3A46-AA7E-5A439C5E9CF3}" destId="{305F7085-0BA5-2043-872E-C579D917D263}" srcOrd="0" destOrd="0" presId="urn:microsoft.com/office/officeart/2005/8/layout/target2"/>
    <dgm:cxn modelId="{4F32E604-3D7B-424D-83CE-04BEBD80F128}" type="presParOf" srcId="{305F7085-0BA5-2043-872E-C579D917D263}" destId="{4B72ED74-3780-D84C-A4C8-5591FBA0F3C5}" srcOrd="0" destOrd="0" presId="urn:microsoft.com/office/officeart/2005/8/layout/target2"/>
    <dgm:cxn modelId="{836F31CB-7030-6143-AA3D-BB64CF588B79}" type="presParOf" srcId="{305F7085-0BA5-2043-872E-C579D917D263}" destId="{F30A20C9-FE6B-F54B-9502-27BF1A078757}" srcOrd="1" destOrd="0" presId="urn:microsoft.com/office/officeart/2005/8/layout/target2"/>
    <dgm:cxn modelId="{75F8D7F1-9452-0449-AB27-F60D34A20FB1}" type="presParOf" srcId="{F30A20C9-FE6B-F54B-9502-27BF1A078757}" destId="{3B796F09-1976-C449-B401-FBE3F2744D8C}" srcOrd="0" destOrd="0" presId="urn:microsoft.com/office/officeart/2005/8/layout/target2"/>
    <dgm:cxn modelId="{DFE8EB14-CC3E-8B4E-A183-76FB1F8BAF9B}" type="presParOf" srcId="{F30A20C9-FE6B-F54B-9502-27BF1A078757}" destId="{0A297648-CCD0-3043-8009-1D00050417E8}" srcOrd="1" destOrd="0" presId="urn:microsoft.com/office/officeart/2005/8/layout/target2"/>
    <dgm:cxn modelId="{9CC619D7-84D2-CD49-AAA0-2B09A05CEA18}" type="presParOf" srcId="{F30A20C9-FE6B-F54B-9502-27BF1A078757}" destId="{CDBECD05-1F92-BB4E-B56D-ECDF897597C0}" srcOrd="2" destOrd="0" presId="urn:microsoft.com/office/officeart/2005/8/layout/target2"/>
    <dgm:cxn modelId="{C2A9A28C-54D2-0B40-A186-30EB2E2C9AD6}" type="presParOf" srcId="{8B28FD00-ACA7-3A46-AA7E-5A439C5E9CF3}" destId="{963F1E43-0E86-D246-95F4-68C9AB522A86}" srcOrd="1" destOrd="0" presId="urn:microsoft.com/office/officeart/2005/8/layout/target2"/>
    <dgm:cxn modelId="{82B51278-A7A4-4C48-A20A-9330ED37F7FD}" type="presParOf" srcId="{963F1E43-0E86-D246-95F4-68C9AB522A86}" destId="{35CD6844-EEC4-9849-B654-004F9ADA7792}" srcOrd="0" destOrd="0" presId="urn:microsoft.com/office/officeart/2005/8/layout/target2"/>
    <dgm:cxn modelId="{117F9A57-1879-034A-A944-99E70D08F8B6}" type="presParOf" srcId="{963F1E43-0E86-D246-95F4-68C9AB522A86}" destId="{4687E8A7-E0D7-F847-A245-9325BCE8D9C8}" srcOrd="1" destOrd="0" presId="urn:microsoft.com/office/officeart/2005/8/layout/target2"/>
    <dgm:cxn modelId="{D0005483-C8A2-7F47-9182-4B7C3522F8C0}" type="presParOf" srcId="{4687E8A7-E0D7-F847-A245-9325BCE8D9C8}" destId="{8C8D2B3E-DC8C-FF49-BB0F-681D9304977E}" srcOrd="0" destOrd="0" presId="urn:microsoft.com/office/officeart/2005/8/layout/target2"/>
    <dgm:cxn modelId="{AD3CFAE0-9304-CA45-8F57-AD7F13B951C8}" type="presParOf" srcId="{4687E8A7-E0D7-F847-A245-9325BCE8D9C8}" destId="{D9EFAE58-78E4-A64B-B5DF-8617D32AAF8C}" srcOrd="1" destOrd="0" presId="urn:microsoft.com/office/officeart/2005/8/layout/target2"/>
    <dgm:cxn modelId="{52C3D615-DAE0-9C4A-8013-2F7793F1C3FB}" type="presParOf" srcId="{4687E8A7-E0D7-F847-A245-9325BCE8D9C8}" destId="{B02FE9FE-68E5-E644-9612-6F6EC67402CE}" srcOrd="2" destOrd="0" presId="urn:microsoft.com/office/officeart/2005/8/layout/target2"/>
    <dgm:cxn modelId="{5698513C-A4DD-8A4D-86A8-F05109FBA928}" type="presParOf" srcId="{4687E8A7-E0D7-F847-A245-9325BCE8D9C8}" destId="{CEB7FF79-2011-3A4E-A508-71C38EFDB361}" srcOrd="3" destOrd="0" presId="urn:microsoft.com/office/officeart/2005/8/layout/target2"/>
    <dgm:cxn modelId="{2CDC8CAB-5668-674C-8308-45F760DA8D9E}" type="presParOf" srcId="{4687E8A7-E0D7-F847-A245-9325BCE8D9C8}" destId="{C9D6A01D-94D8-404B-8CE0-D0F9684A4BFF}" srcOrd="4" destOrd="0" presId="urn:microsoft.com/office/officeart/2005/8/layout/target2"/>
    <dgm:cxn modelId="{34C4C8DF-1192-B749-871A-E8D13D73E09E}" type="presParOf" srcId="{8B28FD00-ACA7-3A46-AA7E-5A439C5E9CF3}" destId="{CD99B1AA-7C49-1C4C-AF10-BC94B14D6BE6}" srcOrd="2" destOrd="0" presId="urn:microsoft.com/office/officeart/2005/8/layout/target2"/>
    <dgm:cxn modelId="{B6000B6D-152C-664E-9655-A37195ECC751}" type="presParOf" srcId="{CD99B1AA-7C49-1C4C-AF10-BC94B14D6BE6}" destId="{EF49A807-DF17-A14A-B23A-B1D9CFD22757}" srcOrd="0" destOrd="0" presId="urn:microsoft.com/office/officeart/2005/8/layout/target2"/>
    <dgm:cxn modelId="{AD7E3B31-6180-6F41-A508-810B07EAC22F}" type="presParOf" srcId="{CD99B1AA-7C49-1C4C-AF10-BC94B14D6BE6}" destId="{06AE9EA8-F0A1-D04D-ABA0-891E8D5606AA}" srcOrd="1" destOrd="0" presId="urn:microsoft.com/office/officeart/2005/8/layout/target2"/>
    <dgm:cxn modelId="{80AD99FD-4197-B242-9D99-7D1C75FD2ECB}" type="presParOf" srcId="{06AE9EA8-F0A1-D04D-ABA0-891E8D5606AA}" destId="{15E3F930-5FFA-4A4F-805C-F1B85E6D7CED}" srcOrd="0" destOrd="0" presId="urn:microsoft.com/office/officeart/2005/8/layout/target2"/>
    <dgm:cxn modelId="{81D7DB8E-EBF2-044F-9DF6-CCF2F89144EA}" type="presParOf" srcId="{06AE9EA8-F0A1-D04D-ABA0-891E8D5606AA}" destId="{3EB6E5F8-23DA-6748-BDE0-09AD4C5064F4}" srcOrd="1" destOrd="0" presId="urn:microsoft.com/office/officeart/2005/8/layout/target2"/>
    <dgm:cxn modelId="{2B5FD1B6-FCF6-9F47-BB7B-FB818A468172}" type="presParOf" srcId="{06AE9EA8-F0A1-D04D-ABA0-891E8D5606AA}" destId="{734E0317-596E-514C-8610-3139E348639B}" srcOrd="2" destOrd="0" presId="urn:microsoft.com/office/officeart/2005/8/layout/targe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C7CDAAB-F943-4285-8E40-F7D1F6519F5E}" type="doc">
      <dgm:prSet loTypeId="urn:microsoft.com/office/officeart/2008/layout/HorizontalMultiLevelHierarchy" loCatId="hierarchy" qsTypeId="urn:microsoft.com/office/officeart/2005/8/quickstyle/simple1" qsCatId="simple" csTypeId="urn:microsoft.com/office/officeart/2005/8/colors/accent0_1" csCatId="mainScheme" phldr="1"/>
      <dgm:spPr/>
      <dgm:t>
        <a:bodyPr/>
        <a:lstStyle/>
        <a:p>
          <a:endParaRPr lang="zh-CN" altLang="en-US"/>
        </a:p>
      </dgm:t>
    </dgm:pt>
    <dgm:pt modelId="{04B6E0A6-498B-4D12-9F19-AB83091217C0}">
      <dgm:prSet phldrT="[文本]"/>
      <dgm:spPr/>
      <dgm:t>
        <a:bodyPr/>
        <a:lstStyle/>
        <a:p>
          <a:r>
            <a:rPr lang="en-US" altLang="zh-CN"/>
            <a:t>PIL</a:t>
          </a:r>
          <a:r>
            <a:rPr lang="zh-CN" altLang="en-US"/>
            <a:t> </a:t>
          </a:r>
          <a:r>
            <a:rPr lang="en-US" altLang="zh-CN"/>
            <a:t>Package</a:t>
          </a:r>
          <a:endParaRPr lang="zh-CN" altLang="en-US"/>
        </a:p>
      </dgm:t>
    </dgm:pt>
    <dgm:pt modelId="{60035835-2501-4A61-B73E-7DC5C28F477C}" type="parTrans" cxnId="{7F25AEA3-7400-45B4-B9B8-8B723D66CAE1}">
      <dgm:prSet/>
      <dgm:spPr/>
      <dgm:t>
        <a:bodyPr/>
        <a:lstStyle/>
        <a:p>
          <a:endParaRPr lang="zh-CN" altLang="en-US"/>
        </a:p>
      </dgm:t>
    </dgm:pt>
    <dgm:pt modelId="{C65714F6-1080-4DF5-876E-3BEA4484D130}" type="sibTrans" cxnId="{7F25AEA3-7400-45B4-B9B8-8B723D66CAE1}">
      <dgm:prSet/>
      <dgm:spPr/>
      <dgm:t>
        <a:bodyPr/>
        <a:lstStyle/>
        <a:p>
          <a:endParaRPr lang="zh-CN" altLang="en-US"/>
        </a:p>
      </dgm:t>
    </dgm:pt>
    <dgm:pt modelId="{73A27F8B-A552-43A9-9395-C41E0A743E3D}">
      <dgm:prSet phldrT="[文本]"/>
      <dgm:spPr/>
      <dgm:t>
        <a:bodyPr/>
        <a:lstStyle/>
        <a:p>
          <a:r>
            <a:rPr lang="en-US" altLang="zh-CN"/>
            <a:t>Image</a:t>
          </a:r>
          <a:r>
            <a:rPr lang="zh-CN" altLang="en-US"/>
            <a:t> </a:t>
          </a:r>
          <a:r>
            <a:rPr lang="en-US" altLang="zh-CN"/>
            <a:t>module</a:t>
          </a:r>
          <a:r>
            <a:rPr lang="zh-CN" altLang="en-US"/>
            <a:t> </a:t>
          </a:r>
          <a:endParaRPr lang="en-US" altLang="zh-CN"/>
        </a:p>
      </dgm:t>
    </dgm:pt>
    <dgm:pt modelId="{66DB0F99-60BA-4A4B-A3F8-398651756DEF}" type="parTrans" cxnId="{8485CA70-EA60-45E3-9187-B0D752A5520A}">
      <dgm:prSet/>
      <dgm:spPr/>
      <dgm:t>
        <a:bodyPr/>
        <a:lstStyle/>
        <a:p>
          <a:endParaRPr lang="zh-CN" altLang="en-US"/>
        </a:p>
      </dgm:t>
    </dgm:pt>
    <dgm:pt modelId="{475035B9-5334-4491-AFCA-BC2648DDF3FF}" type="sibTrans" cxnId="{8485CA70-EA60-45E3-9187-B0D752A5520A}">
      <dgm:prSet/>
      <dgm:spPr/>
      <dgm:t>
        <a:bodyPr/>
        <a:lstStyle/>
        <a:p>
          <a:endParaRPr lang="zh-CN" altLang="en-US"/>
        </a:p>
      </dgm:t>
    </dgm:pt>
    <dgm:pt modelId="{A4B6BA7B-CD87-491E-8B16-CD1C0208CA13}">
      <dgm:prSet phldrT="[文本]"/>
      <dgm:spPr/>
      <dgm:t>
        <a:bodyPr/>
        <a:lstStyle/>
        <a:p>
          <a:r>
            <a:rPr lang="en-US" altLang="zh-CN"/>
            <a:t>ImageDraw</a:t>
          </a:r>
          <a:r>
            <a:rPr lang="zh-CN" altLang="en-US"/>
            <a:t> </a:t>
          </a:r>
          <a:r>
            <a:rPr lang="en-US" altLang="zh-CN"/>
            <a:t>module</a:t>
          </a:r>
          <a:endParaRPr lang="zh-CN" altLang="en-US"/>
        </a:p>
      </dgm:t>
    </dgm:pt>
    <dgm:pt modelId="{53229C22-6B04-4024-8D13-44D9303B5A42}" type="parTrans" cxnId="{C99775E4-4981-4EBF-B678-C8810524063D}">
      <dgm:prSet/>
      <dgm:spPr/>
      <dgm:t>
        <a:bodyPr/>
        <a:lstStyle/>
        <a:p>
          <a:endParaRPr lang="zh-CN" altLang="en-US"/>
        </a:p>
      </dgm:t>
    </dgm:pt>
    <dgm:pt modelId="{788F8831-AB90-40FD-8EA3-4B3DC5FA7DE6}" type="sibTrans" cxnId="{C99775E4-4981-4EBF-B678-C8810524063D}">
      <dgm:prSet/>
      <dgm:spPr/>
      <dgm:t>
        <a:bodyPr/>
        <a:lstStyle/>
        <a:p>
          <a:endParaRPr lang="zh-CN" altLang="en-US"/>
        </a:p>
      </dgm:t>
    </dgm:pt>
    <dgm:pt modelId="{B4CC985C-4B70-4DD2-9439-53936DBD60E9}">
      <dgm:prSet phldrT="[文本]"/>
      <dgm:spPr/>
      <dgm:t>
        <a:bodyPr/>
        <a:lstStyle/>
        <a:p>
          <a:r>
            <a:rPr lang="en-US" altLang="zh-CN"/>
            <a:t>ImageEnhance</a:t>
          </a:r>
          <a:r>
            <a:rPr lang="zh-CN" altLang="en-US"/>
            <a:t> </a:t>
          </a:r>
          <a:r>
            <a:rPr lang="en-US" altLang="zh-CN"/>
            <a:t>module</a:t>
          </a:r>
          <a:endParaRPr lang="zh-CN" altLang="en-US"/>
        </a:p>
      </dgm:t>
    </dgm:pt>
    <dgm:pt modelId="{6D38B573-953D-43F0-9109-8DFAA06D601D}" type="parTrans" cxnId="{2267F88E-EABF-4FA3-9A44-7279FF536720}">
      <dgm:prSet/>
      <dgm:spPr/>
      <dgm:t>
        <a:bodyPr/>
        <a:lstStyle/>
        <a:p>
          <a:endParaRPr lang="zh-CN" altLang="en-US"/>
        </a:p>
      </dgm:t>
    </dgm:pt>
    <dgm:pt modelId="{F0E0B16C-B53D-4DF7-9175-8BD6488CE399}" type="sibTrans" cxnId="{2267F88E-EABF-4FA3-9A44-7279FF536720}">
      <dgm:prSet/>
      <dgm:spPr/>
      <dgm:t>
        <a:bodyPr/>
        <a:lstStyle/>
        <a:p>
          <a:endParaRPr lang="zh-CN" altLang="en-US"/>
        </a:p>
      </dgm:t>
    </dgm:pt>
    <dgm:pt modelId="{C2AA920E-B18E-4B43-9895-58E3C8583542}">
      <dgm:prSet/>
      <dgm:spPr/>
      <dgm:t>
        <a:bodyPr/>
        <a:lstStyle/>
        <a:p>
          <a:r>
            <a:rPr lang="en-US" altLang="zh-CN"/>
            <a:t>Image.open()</a:t>
          </a:r>
          <a:r>
            <a:rPr lang="zh-CN" altLang="en-US"/>
            <a:t/>
          </a:r>
          <a:br>
            <a:rPr lang="zh-CN" altLang="en-US"/>
          </a:br>
          <a:r>
            <a:rPr lang="en-US" altLang="zh-CN"/>
            <a:t>open</a:t>
          </a:r>
          <a:r>
            <a:rPr lang="zh-CN" altLang="en-US"/>
            <a:t> </a:t>
          </a:r>
          <a:r>
            <a:rPr lang="en-US" altLang="zh-CN"/>
            <a:t>and</a:t>
          </a:r>
          <a:r>
            <a:rPr lang="zh-CN" altLang="en-US"/>
            <a:t> </a:t>
          </a:r>
          <a:r>
            <a:rPr lang="en-US" altLang="zh-CN"/>
            <a:t>show</a:t>
          </a:r>
          <a:endParaRPr lang="zh-CN" altLang="en-US"/>
        </a:p>
      </dgm:t>
    </dgm:pt>
    <dgm:pt modelId="{9C8980AA-6177-4502-9ADD-29FD9C898126}" type="parTrans" cxnId="{1E550C54-A98C-4493-85F5-2EA67A8A2D75}">
      <dgm:prSet/>
      <dgm:spPr/>
      <dgm:t>
        <a:bodyPr/>
        <a:lstStyle/>
        <a:p>
          <a:endParaRPr lang="zh-CN" altLang="en-US"/>
        </a:p>
      </dgm:t>
    </dgm:pt>
    <dgm:pt modelId="{01B6ECFE-A7A5-4302-8C5E-E89E62BA2C8F}" type="sibTrans" cxnId="{1E550C54-A98C-4493-85F5-2EA67A8A2D75}">
      <dgm:prSet/>
      <dgm:spPr/>
      <dgm:t>
        <a:bodyPr/>
        <a:lstStyle/>
        <a:p>
          <a:endParaRPr lang="zh-CN" altLang="en-US"/>
        </a:p>
      </dgm:t>
    </dgm:pt>
    <dgm:pt modelId="{2EEC15D4-ED76-41EA-896F-B5516E194D74}">
      <dgm:prSet/>
      <dgm:spPr/>
      <dgm:t>
        <a:bodyPr/>
        <a:lstStyle/>
        <a:p>
          <a:r>
            <a:rPr lang="en-US" altLang="zh-CN"/>
            <a:t>Image.rotate()</a:t>
          </a:r>
          <a:r>
            <a:rPr lang="zh-CN" altLang="en-US"/>
            <a:t/>
          </a:r>
          <a:br>
            <a:rPr lang="zh-CN" altLang="en-US"/>
          </a:br>
          <a:r>
            <a:rPr lang="en-US" altLang="zh-CN"/>
            <a:t>rotate</a:t>
          </a:r>
          <a:r>
            <a:rPr lang="zh-CN" altLang="en-US"/>
            <a:t> </a:t>
          </a:r>
          <a:r>
            <a:rPr lang="en-US" altLang="zh-CN"/>
            <a:t>angle</a:t>
          </a:r>
          <a:endParaRPr lang="zh-CN" altLang="en-US"/>
        </a:p>
      </dgm:t>
    </dgm:pt>
    <dgm:pt modelId="{E3388C2F-2666-4183-849B-FF7C98A6887C}" type="parTrans" cxnId="{1F30709F-DBFF-4414-BB8B-362D7F8AC428}">
      <dgm:prSet/>
      <dgm:spPr/>
      <dgm:t>
        <a:bodyPr/>
        <a:lstStyle/>
        <a:p>
          <a:endParaRPr lang="zh-CN" altLang="en-US"/>
        </a:p>
      </dgm:t>
    </dgm:pt>
    <dgm:pt modelId="{E7B115F1-374D-404A-A3C1-22EE87633209}" type="sibTrans" cxnId="{1F30709F-DBFF-4414-BB8B-362D7F8AC428}">
      <dgm:prSet/>
      <dgm:spPr/>
      <dgm:t>
        <a:bodyPr/>
        <a:lstStyle/>
        <a:p>
          <a:endParaRPr lang="zh-CN" altLang="en-US"/>
        </a:p>
      </dgm:t>
    </dgm:pt>
    <dgm:pt modelId="{9987A5B6-BC13-48B9-8DB7-8781718ED07A}">
      <dgm:prSet/>
      <dgm:spPr/>
      <dgm:t>
        <a:bodyPr/>
        <a:lstStyle/>
        <a:p>
          <a:r>
            <a:rPr lang="en-US" altLang="zh-CN"/>
            <a:t>Image.convert()</a:t>
          </a:r>
          <a:endParaRPr lang="zh-CN" altLang="en-US"/>
        </a:p>
        <a:p>
          <a:r>
            <a:rPr lang="en-US" altLang="zh-CN"/>
            <a:t>convert</a:t>
          </a:r>
          <a:r>
            <a:rPr lang="zh-CN" altLang="en-US"/>
            <a:t> </a:t>
          </a:r>
          <a:r>
            <a:rPr lang="en-US" altLang="zh-CN"/>
            <a:t>color/type</a:t>
          </a:r>
          <a:endParaRPr lang="zh-CN" altLang="en-US"/>
        </a:p>
      </dgm:t>
    </dgm:pt>
    <dgm:pt modelId="{99C4B789-F87E-45CB-8478-9EE39AFFD577}" type="parTrans" cxnId="{7197A3A9-30BD-4AF3-BE42-A85F2BF81604}">
      <dgm:prSet/>
      <dgm:spPr/>
      <dgm:t>
        <a:bodyPr/>
        <a:lstStyle/>
        <a:p>
          <a:endParaRPr lang="zh-CN" altLang="en-US"/>
        </a:p>
      </dgm:t>
    </dgm:pt>
    <dgm:pt modelId="{9CEB9166-FA19-4B09-AEC2-80D47A2A414B}" type="sibTrans" cxnId="{7197A3A9-30BD-4AF3-BE42-A85F2BF81604}">
      <dgm:prSet/>
      <dgm:spPr/>
      <dgm:t>
        <a:bodyPr/>
        <a:lstStyle/>
        <a:p>
          <a:endParaRPr lang="zh-CN" altLang="en-US"/>
        </a:p>
      </dgm:t>
    </dgm:pt>
    <dgm:pt modelId="{11385CDC-BFBD-4A00-95D8-E6D9236BD7E1}">
      <dgm:prSet/>
      <dgm:spPr/>
      <dgm:t>
        <a:bodyPr/>
        <a:lstStyle/>
        <a:p>
          <a:r>
            <a:rPr lang="en-US" altLang="zh-CN"/>
            <a:t>ImageDraw.draw()</a:t>
          </a:r>
          <a:endParaRPr lang="zh-CN" altLang="en-US"/>
        </a:p>
        <a:p>
          <a:r>
            <a:rPr lang="en-US" altLang="zh-CN"/>
            <a:t>draw</a:t>
          </a:r>
          <a:r>
            <a:rPr lang="zh-CN" altLang="en-US"/>
            <a:t> </a:t>
          </a:r>
          <a:r>
            <a:rPr lang="en-US" altLang="zh-CN"/>
            <a:t>line/curve</a:t>
          </a:r>
          <a:endParaRPr lang="zh-CN" altLang="en-US"/>
        </a:p>
      </dgm:t>
    </dgm:pt>
    <dgm:pt modelId="{C519A1AE-019D-4CE8-86FB-0F1FA3CDDC87}" type="parTrans" cxnId="{EABBE87D-5912-45F5-A276-ADFC6DC7F85B}">
      <dgm:prSet/>
      <dgm:spPr/>
      <dgm:t>
        <a:bodyPr/>
        <a:lstStyle/>
        <a:p>
          <a:endParaRPr lang="zh-CN" altLang="en-US"/>
        </a:p>
      </dgm:t>
    </dgm:pt>
    <dgm:pt modelId="{1AB5D418-8CD0-4290-9283-7549054A8F83}" type="sibTrans" cxnId="{EABBE87D-5912-45F5-A276-ADFC6DC7F85B}">
      <dgm:prSet/>
      <dgm:spPr/>
      <dgm:t>
        <a:bodyPr/>
        <a:lstStyle/>
        <a:p>
          <a:endParaRPr lang="zh-CN" altLang="en-US"/>
        </a:p>
      </dgm:t>
    </dgm:pt>
    <dgm:pt modelId="{D2D0AC0E-707E-4B03-8FF8-2174A02EF4F2}">
      <dgm:prSet/>
      <dgm:spPr/>
      <dgm:t>
        <a:bodyPr/>
        <a:lstStyle/>
        <a:p>
          <a:r>
            <a:rPr lang="en-US" altLang="zh-CN"/>
            <a:t>ImageDraw.brightness</a:t>
          </a:r>
          <a:endParaRPr lang="zh-CN" altLang="en-US"/>
        </a:p>
        <a:p>
          <a:r>
            <a:rPr lang="en-US" altLang="zh-CN"/>
            <a:t>change</a:t>
          </a:r>
          <a:r>
            <a:rPr lang="zh-CN" altLang="en-US"/>
            <a:t> </a:t>
          </a:r>
          <a:r>
            <a:rPr lang="en-US" altLang="zh-CN"/>
            <a:t>brightness</a:t>
          </a:r>
          <a:endParaRPr lang="zh-CN" altLang="en-US"/>
        </a:p>
      </dgm:t>
    </dgm:pt>
    <dgm:pt modelId="{12A5DC94-A388-49AD-8AB6-31E360F0FA43}" type="parTrans" cxnId="{A6B10E52-2238-4029-B263-F468A8BAC5FC}">
      <dgm:prSet/>
      <dgm:spPr/>
      <dgm:t>
        <a:bodyPr/>
        <a:lstStyle/>
        <a:p>
          <a:endParaRPr lang="zh-CN" altLang="en-US"/>
        </a:p>
      </dgm:t>
    </dgm:pt>
    <dgm:pt modelId="{5315CB15-F940-42BD-B387-EB328670529F}" type="sibTrans" cxnId="{A6B10E52-2238-4029-B263-F468A8BAC5FC}">
      <dgm:prSet/>
      <dgm:spPr/>
      <dgm:t>
        <a:bodyPr/>
        <a:lstStyle/>
        <a:p>
          <a:endParaRPr lang="zh-CN" altLang="en-US"/>
        </a:p>
      </dgm:t>
    </dgm:pt>
    <dgm:pt modelId="{10DB734E-1315-42F3-BAF1-EA878643FF44}">
      <dgm:prSet/>
      <dgm:spPr/>
      <dgm:t>
        <a:bodyPr/>
        <a:lstStyle/>
        <a:p>
          <a:r>
            <a:rPr lang="en-US" altLang="zh-CN"/>
            <a:t>ImageEnhance.enhance</a:t>
          </a:r>
          <a:endParaRPr lang="zh-CN" altLang="en-US"/>
        </a:p>
        <a:p>
          <a:r>
            <a:rPr lang="en-US" altLang="zh-CN"/>
            <a:t>smooth/colormap</a:t>
          </a:r>
          <a:endParaRPr lang="zh-CN" altLang="en-US"/>
        </a:p>
      </dgm:t>
    </dgm:pt>
    <dgm:pt modelId="{AD5C9603-04B1-4ACD-BA06-4EDB4AD6EE8A}" type="parTrans" cxnId="{CCE42814-2789-4992-A618-5BDF6BD8B28A}">
      <dgm:prSet/>
      <dgm:spPr/>
      <dgm:t>
        <a:bodyPr/>
        <a:lstStyle/>
        <a:p>
          <a:endParaRPr lang="zh-CN" altLang="en-US"/>
        </a:p>
      </dgm:t>
    </dgm:pt>
    <dgm:pt modelId="{CFD5756F-B7FE-45AE-8ABA-DC0231342481}" type="sibTrans" cxnId="{CCE42814-2789-4992-A618-5BDF6BD8B28A}">
      <dgm:prSet/>
      <dgm:spPr/>
      <dgm:t>
        <a:bodyPr/>
        <a:lstStyle/>
        <a:p>
          <a:endParaRPr lang="zh-CN" altLang="en-US"/>
        </a:p>
      </dgm:t>
    </dgm:pt>
    <dgm:pt modelId="{E4E6C2E9-F4CB-4525-BB98-37B8201FF0B0}">
      <dgm:prSet/>
      <dgm:spPr/>
      <dgm:t>
        <a:bodyPr/>
        <a:lstStyle/>
        <a:p>
          <a:r>
            <a:rPr lang="en-US" altLang="zh-CN"/>
            <a:t>Image.resize()</a:t>
          </a:r>
          <a:r>
            <a:rPr lang="zh-CN" altLang="en-US"/>
            <a:t/>
          </a:r>
          <a:br>
            <a:rPr lang="zh-CN" altLang="en-US"/>
          </a:br>
          <a:r>
            <a:rPr lang="en-US" altLang="zh-CN"/>
            <a:t>change</a:t>
          </a:r>
          <a:r>
            <a:rPr lang="zh-CN" altLang="en-US"/>
            <a:t> </a:t>
          </a:r>
          <a:r>
            <a:rPr lang="en-US" altLang="zh-CN"/>
            <a:t>Image</a:t>
          </a:r>
          <a:r>
            <a:rPr lang="zh-CN" altLang="en-US"/>
            <a:t> </a:t>
          </a:r>
          <a:r>
            <a:rPr lang="en-US" altLang="zh-CN"/>
            <a:t>size</a:t>
          </a:r>
          <a:endParaRPr lang="zh-CN" altLang="en-US"/>
        </a:p>
      </dgm:t>
    </dgm:pt>
    <dgm:pt modelId="{F6665DBB-908D-451C-8F82-022C76BC459A}" type="parTrans" cxnId="{0799A71B-5F03-4F6B-915B-FAC2AFCA69F2}">
      <dgm:prSet/>
      <dgm:spPr/>
      <dgm:t>
        <a:bodyPr/>
        <a:lstStyle/>
        <a:p>
          <a:endParaRPr lang="zh-CN" altLang="en-US"/>
        </a:p>
      </dgm:t>
    </dgm:pt>
    <dgm:pt modelId="{DC383FDA-4228-41D7-BDA5-7BB79839EE41}" type="sibTrans" cxnId="{0799A71B-5F03-4F6B-915B-FAC2AFCA69F2}">
      <dgm:prSet/>
      <dgm:spPr/>
      <dgm:t>
        <a:bodyPr/>
        <a:lstStyle/>
        <a:p>
          <a:endParaRPr lang="zh-CN" altLang="en-US"/>
        </a:p>
      </dgm:t>
    </dgm:pt>
    <dgm:pt modelId="{9BFC4848-E084-4857-A1A6-EC4C48669F13}" type="pres">
      <dgm:prSet presAssocID="{BC7CDAAB-F943-4285-8E40-F7D1F6519F5E}" presName="Name0" presStyleCnt="0">
        <dgm:presLayoutVars>
          <dgm:chPref val="1"/>
          <dgm:dir/>
          <dgm:animOne val="branch"/>
          <dgm:animLvl val="lvl"/>
          <dgm:resizeHandles val="exact"/>
        </dgm:presLayoutVars>
      </dgm:prSet>
      <dgm:spPr/>
      <dgm:t>
        <a:bodyPr/>
        <a:lstStyle/>
        <a:p>
          <a:endParaRPr lang="zh-CN" altLang="en-US"/>
        </a:p>
      </dgm:t>
    </dgm:pt>
    <dgm:pt modelId="{5A139B80-6A20-4CF8-9F10-CE9AAC69FC1B}" type="pres">
      <dgm:prSet presAssocID="{04B6E0A6-498B-4D12-9F19-AB83091217C0}" presName="root1" presStyleCnt="0"/>
      <dgm:spPr/>
      <dgm:t>
        <a:bodyPr/>
        <a:lstStyle/>
        <a:p>
          <a:endParaRPr lang="zh-CN" altLang="en-US"/>
        </a:p>
      </dgm:t>
    </dgm:pt>
    <dgm:pt modelId="{2452D66A-CC8D-4070-8E85-678E8EB6A61A}" type="pres">
      <dgm:prSet presAssocID="{04B6E0A6-498B-4D12-9F19-AB83091217C0}" presName="LevelOneTextNode" presStyleLbl="node0" presStyleIdx="0" presStyleCnt="1">
        <dgm:presLayoutVars>
          <dgm:chPref val="3"/>
        </dgm:presLayoutVars>
      </dgm:prSet>
      <dgm:spPr/>
      <dgm:t>
        <a:bodyPr/>
        <a:lstStyle/>
        <a:p>
          <a:endParaRPr lang="zh-CN" altLang="en-US"/>
        </a:p>
      </dgm:t>
    </dgm:pt>
    <dgm:pt modelId="{72A72320-F682-43ED-9239-54D9F8115035}" type="pres">
      <dgm:prSet presAssocID="{04B6E0A6-498B-4D12-9F19-AB83091217C0}" presName="level2hierChild" presStyleCnt="0"/>
      <dgm:spPr/>
      <dgm:t>
        <a:bodyPr/>
        <a:lstStyle/>
        <a:p>
          <a:endParaRPr lang="zh-CN" altLang="en-US"/>
        </a:p>
      </dgm:t>
    </dgm:pt>
    <dgm:pt modelId="{1426C8D3-F3C4-4D84-8130-5E181EC4CEAE}" type="pres">
      <dgm:prSet presAssocID="{66DB0F99-60BA-4A4B-A3F8-398651756DEF}" presName="conn2-1" presStyleLbl="parChTrans1D2" presStyleIdx="0" presStyleCnt="3"/>
      <dgm:spPr/>
      <dgm:t>
        <a:bodyPr/>
        <a:lstStyle/>
        <a:p>
          <a:endParaRPr lang="zh-CN" altLang="en-US"/>
        </a:p>
      </dgm:t>
    </dgm:pt>
    <dgm:pt modelId="{1642B788-B0DC-42E1-AEF1-7F8F50A23B2D}" type="pres">
      <dgm:prSet presAssocID="{66DB0F99-60BA-4A4B-A3F8-398651756DEF}" presName="connTx" presStyleLbl="parChTrans1D2" presStyleIdx="0" presStyleCnt="3"/>
      <dgm:spPr/>
      <dgm:t>
        <a:bodyPr/>
        <a:lstStyle/>
        <a:p>
          <a:endParaRPr lang="zh-CN" altLang="en-US"/>
        </a:p>
      </dgm:t>
    </dgm:pt>
    <dgm:pt modelId="{6B3068B0-E7FC-4ED9-B0D2-3457D0198BC5}" type="pres">
      <dgm:prSet presAssocID="{73A27F8B-A552-43A9-9395-C41E0A743E3D}" presName="root2" presStyleCnt="0"/>
      <dgm:spPr/>
      <dgm:t>
        <a:bodyPr/>
        <a:lstStyle/>
        <a:p>
          <a:endParaRPr lang="zh-CN" altLang="en-US"/>
        </a:p>
      </dgm:t>
    </dgm:pt>
    <dgm:pt modelId="{26712508-C2FE-46E8-9C6A-01756789F21B}" type="pres">
      <dgm:prSet presAssocID="{73A27F8B-A552-43A9-9395-C41E0A743E3D}" presName="LevelTwoTextNode" presStyleLbl="node2" presStyleIdx="0" presStyleCnt="3">
        <dgm:presLayoutVars>
          <dgm:chPref val="3"/>
        </dgm:presLayoutVars>
      </dgm:prSet>
      <dgm:spPr/>
      <dgm:t>
        <a:bodyPr/>
        <a:lstStyle/>
        <a:p>
          <a:endParaRPr lang="zh-CN" altLang="en-US"/>
        </a:p>
      </dgm:t>
    </dgm:pt>
    <dgm:pt modelId="{B34CB9B5-AEBF-47EA-864C-C5E12B74FDDD}" type="pres">
      <dgm:prSet presAssocID="{73A27F8B-A552-43A9-9395-C41E0A743E3D}" presName="level3hierChild" presStyleCnt="0"/>
      <dgm:spPr/>
      <dgm:t>
        <a:bodyPr/>
        <a:lstStyle/>
        <a:p>
          <a:endParaRPr lang="zh-CN" altLang="en-US"/>
        </a:p>
      </dgm:t>
    </dgm:pt>
    <dgm:pt modelId="{9D4F65CF-AB2C-4589-83FC-5C9A2DED8BD6}" type="pres">
      <dgm:prSet presAssocID="{9C8980AA-6177-4502-9ADD-29FD9C898126}" presName="conn2-1" presStyleLbl="parChTrans1D3" presStyleIdx="0" presStyleCnt="7"/>
      <dgm:spPr/>
      <dgm:t>
        <a:bodyPr/>
        <a:lstStyle/>
        <a:p>
          <a:endParaRPr lang="zh-CN" altLang="en-US"/>
        </a:p>
      </dgm:t>
    </dgm:pt>
    <dgm:pt modelId="{D5F25608-9D01-4CAC-A1C6-CC04E2AC3BCB}" type="pres">
      <dgm:prSet presAssocID="{9C8980AA-6177-4502-9ADD-29FD9C898126}" presName="connTx" presStyleLbl="parChTrans1D3" presStyleIdx="0" presStyleCnt="7"/>
      <dgm:spPr/>
      <dgm:t>
        <a:bodyPr/>
        <a:lstStyle/>
        <a:p>
          <a:endParaRPr lang="zh-CN" altLang="en-US"/>
        </a:p>
      </dgm:t>
    </dgm:pt>
    <dgm:pt modelId="{6BDDFDF0-333D-47E1-A817-EC1D0FAB20B0}" type="pres">
      <dgm:prSet presAssocID="{C2AA920E-B18E-4B43-9895-58E3C8583542}" presName="root2" presStyleCnt="0"/>
      <dgm:spPr/>
      <dgm:t>
        <a:bodyPr/>
        <a:lstStyle/>
        <a:p>
          <a:endParaRPr lang="zh-CN" altLang="en-US"/>
        </a:p>
      </dgm:t>
    </dgm:pt>
    <dgm:pt modelId="{63400A91-A0D5-4A59-AEA7-26D076897D28}" type="pres">
      <dgm:prSet presAssocID="{C2AA920E-B18E-4B43-9895-58E3C8583542}" presName="LevelTwoTextNode" presStyleLbl="node3" presStyleIdx="0" presStyleCnt="7">
        <dgm:presLayoutVars>
          <dgm:chPref val="3"/>
        </dgm:presLayoutVars>
      </dgm:prSet>
      <dgm:spPr/>
      <dgm:t>
        <a:bodyPr/>
        <a:lstStyle/>
        <a:p>
          <a:endParaRPr lang="zh-CN" altLang="en-US"/>
        </a:p>
      </dgm:t>
    </dgm:pt>
    <dgm:pt modelId="{D5195951-75D5-486F-A78C-6B192C36FE72}" type="pres">
      <dgm:prSet presAssocID="{C2AA920E-B18E-4B43-9895-58E3C8583542}" presName="level3hierChild" presStyleCnt="0"/>
      <dgm:spPr/>
      <dgm:t>
        <a:bodyPr/>
        <a:lstStyle/>
        <a:p>
          <a:endParaRPr lang="zh-CN" altLang="en-US"/>
        </a:p>
      </dgm:t>
    </dgm:pt>
    <dgm:pt modelId="{EE83B2DA-5192-4C56-93DE-6D601864939F}" type="pres">
      <dgm:prSet presAssocID="{F6665DBB-908D-451C-8F82-022C76BC459A}" presName="conn2-1" presStyleLbl="parChTrans1D3" presStyleIdx="1" presStyleCnt="7"/>
      <dgm:spPr/>
      <dgm:t>
        <a:bodyPr/>
        <a:lstStyle/>
        <a:p>
          <a:endParaRPr lang="zh-CN" altLang="en-US"/>
        </a:p>
      </dgm:t>
    </dgm:pt>
    <dgm:pt modelId="{C60C888D-2A52-4E0D-A817-8E53E1ADF07B}" type="pres">
      <dgm:prSet presAssocID="{F6665DBB-908D-451C-8F82-022C76BC459A}" presName="connTx" presStyleLbl="parChTrans1D3" presStyleIdx="1" presStyleCnt="7"/>
      <dgm:spPr/>
      <dgm:t>
        <a:bodyPr/>
        <a:lstStyle/>
        <a:p>
          <a:endParaRPr lang="zh-CN" altLang="en-US"/>
        </a:p>
      </dgm:t>
    </dgm:pt>
    <dgm:pt modelId="{87E849D8-A6F7-449B-8D57-9680D2CBFD2B}" type="pres">
      <dgm:prSet presAssocID="{E4E6C2E9-F4CB-4525-BB98-37B8201FF0B0}" presName="root2" presStyleCnt="0"/>
      <dgm:spPr/>
      <dgm:t>
        <a:bodyPr/>
        <a:lstStyle/>
        <a:p>
          <a:endParaRPr lang="zh-CN" altLang="en-US"/>
        </a:p>
      </dgm:t>
    </dgm:pt>
    <dgm:pt modelId="{95C64C0E-B6A2-45D8-BE41-738F704D0CDF}" type="pres">
      <dgm:prSet presAssocID="{E4E6C2E9-F4CB-4525-BB98-37B8201FF0B0}" presName="LevelTwoTextNode" presStyleLbl="node3" presStyleIdx="1" presStyleCnt="7">
        <dgm:presLayoutVars>
          <dgm:chPref val="3"/>
        </dgm:presLayoutVars>
      </dgm:prSet>
      <dgm:spPr/>
      <dgm:t>
        <a:bodyPr/>
        <a:lstStyle/>
        <a:p>
          <a:endParaRPr lang="zh-CN" altLang="en-US"/>
        </a:p>
      </dgm:t>
    </dgm:pt>
    <dgm:pt modelId="{A6463D36-69C6-46CD-BD5B-1205FAF43C87}" type="pres">
      <dgm:prSet presAssocID="{E4E6C2E9-F4CB-4525-BB98-37B8201FF0B0}" presName="level3hierChild" presStyleCnt="0"/>
      <dgm:spPr/>
      <dgm:t>
        <a:bodyPr/>
        <a:lstStyle/>
        <a:p>
          <a:endParaRPr lang="zh-CN" altLang="en-US"/>
        </a:p>
      </dgm:t>
    </dgm:pt>
    <dgm:pt modelId="{D5AA1A5B-1EA2-4A8C-8481-38175DE93465}" type="pres">
      <dgm:prSet presAssocID="{E3388C2F-2666-4183-849B-FF7C98A6887C}" presName="conn2-1" presStyleLbl="parChTrans1D3" presStyleIdx="2" presStyleCnt="7"/>
      <dgm:spPr/>
      <dgm:t>
        <a:bodyPr/>
        <a:lstStyle/>
        <a:p>
          <a:endParaRPr lang="zh-CN" altLang="en-US"/>
        </a:p>
      </dgm:t>
    </dgm:pt>
    <dgm:pt modelId="{E17118A1-E19D-4FB8-B806-72365D6CDB37}" type="pres">
      <dgm:prSet presAssocID="{E3388C2F-2666-4183-849B-FF7C98A6887C}" presName="connTx" presStyleLbl="parChTrans1D3" presStyleIdx="2" presStyleCnt="7"/>
      <dgm:spPr/>
      <dgm:t>
        <a:bodyPr/>
        <a:lstStyle/>
        <a:p>
          <a:endParaRPr lang="zh-CN" altLang="en-US"/>
        </a:p>
      </dgm:t>
    </dgm:pt>
    <dgm:pt modelId="{582DFE55-5831-42C0-8244-6B080176281A}" type="pres">
      <dgm:prSet presAssocID="{2EEC15D4-ED76-41EA-896F-B5516E194D74}" presName="root2" presStyleCnt="0"/>
      <dgm:spPr/>
      <dgm:t>
        <a:bodyPr/>
        <a:lstStyle/>
        <a:p>
          <a:endParaRPr lang="zh-CN" altLang="en-US"/>
        </a:p>
      </dgm:t>
    </dgm:pt>
    <dgm:pt modelId="{E1095C65-525F-4579-9B7F-AEE570C34446}" type="pres">
      <dgm:prSet presAssocID="{2EEC15D4-ED76-41EA-896F-B5516E194D74}" presName="LevelTwoTextNode" presStyleLbl="node3" presStyleIdx="2" presStyleCnt="7">
        <dgm:presLayoutVars>
          <dgm:chPref val="3"/>
        </dgm:presLayoutVars>
      </dgm:prSet>
      <dgm:spPr/>
      <dgm:t>
        <a:bodyPr/>
        <a:lstStyle/>
        <a:p>
          <a:endParaRPr lang="zh-CN" altLang="en-US"/>
        </a:p>
      </dgm:t>
    </dgm:pt>
    <dgm:pt modelId="{CE4DC3AA-23EF-441B-AA08-7A0146621FEF}" type="pres">
      <dgm:prSet presAssocID="{2EEC15D4-ED76-41EA-896F-B5516E194D74}" presName="level3hierChild" presStyleCnt="0"/>
      <dgm:spPr/>
      <dgm:t>
        <a:bodyPr/>
        <a:lstStyle/>
        <a:p>
          <a:endParaRPr lang="zh-CN" altLang="en-US"/>
        </a:p>
      </dgm:t>
    </dgm:pt>
    <dgm:pt modelId="{BE61D2BF-07F9-4B88-8677-7595990E8056}" type="pres">
      <dgm:prSet presAssocID="{99C4B789-F87E-45CB-8478-9EE39AFFD577}" presName="conn2-1" presStyleLbl="parChTrans1D3" presStyleIdx="3" presStyleCnt="7"/>
      <dgm:spPr/>
      <dgm:t>
        <a:bodyPr/>
        <a:lstStyle/>
        <a:p>
          <a:endParaRPr lang="zh-CN" altLang="en-US"/>
        </a:p>
      </dgm:t>
    </dgm:pt>
    <dgm:pt modelId="{2A2D8AAA-348B-454A-9F28-F413B3D66059}" type="pres">
      <dgm:prSet presAssocID="{99C4B789-F87E-45CB-8478-9EE39AFFD577}" presName="connTx" presStyleLbl="parChTrans1D3" presStyleIdx="3" presStyleCnt="7"/>
      <dgm:spPr/>
      <dgm:t>
        <a:bodyPr/>
        <a:lstStyle/>
        <a:p>
          <a:endParaRPr lang="zh-CN" altLang="en-US"/>
        </a:p>
      </dgm:t>
    </dgm:pt>
    <dgm:pt modelId="{0570E3B9-F94B-404A-92E7-636C79C1E24E}" type="pres">
      <dgm:prSet presAssocID="{9987A5B6-BC13-48B9-8DB7-8781718ED07A}" presName="root2" presStyleCnt="0"/>
      <dgm:spPr/>
      <dgm:t>
        <a:bodyPr/>
        <a:lstStyle/>
        <a:p>
          <a:endParaRPr lang="zh-CN" altLang="en-US"/>
        </a:p>
      </dgm:t>
    </dgm:pt>
    <dgm:pt modelId="{B047DF1B-F2AE-43AF-A531-36F05CFDCBBB}" type="pres">
      <dgm:prSet presAssocID="{9987A5B6-BC13-48B9-8DB7-8781718ED07A}" presName="LevelTwoTextNode" presStyleLbl="node3" presStyleIdx="3" presStyleCnt="7">
        <dgm:presLayoutVars>
          <dgm:chPref val="3"/>
        </dgm:presLayoutVars>
      </dgm:prSet>
      <dgm:spPr/>
      <dgm:t>
        <a:bodyPr/>
        <a:lstStyle/>
        <a:p>
          <a:endParaRPr lang="zh-CN" altLang="en-US"/>
        </a:p>
      </dgm:t>
    </dgm:pt>
    <dgm:pt modelId="{B6353FBD-7E9B-4D87-97E0-FF1248676665}" type="pres">
      <dgm:prSet presAssocID="{9987A5B6-BC13-48B9-8DB7-8781718ED07A}" presName="level3hierChild" presStyleCnt="0"/>
      <dgm:spPr/>
      <dgm:t>
        <a:bodyPr/>
        <a:lstStyle/>
        <a:p>
          <a:endParaRPr lang="zh-CN" altLang="en-US"/>
        </a:p>
      </dgm:t>
    </dgm:pt>
    <dgm:pt modelId="{F57DBFEB-9F18-4B87-88F5-D71B7D383249}" type="pres">
      <dgm:prSet presAssocID="{53229C22-6B04-4024-8D13-44D9303B5A42}" presName="conn2-1" presStyleLbl="parChTrans1D2" presStyleIdx="1" presStyleCnt="3"/>
      <dgm:spPr/>
      <dgm:t>
        <a:bodyPr/>
        <a:lstStyle/>
        <a:p>
          <a:endParaRPr lang="zh-CN" altLang="en-US"/>
        </a:p>
      </dgm:t>
    </dgm:pt>
    <dgm:pt modelId="{51B19665-FDB4-433A-B21D-772E6DAD9577}" type="pres">
      <dgm:prSet presAssocID="{53229C22-6B04-4024-8D13-44D9303B5A42}" presName="connTx" presStyleLbl="parChTrans1D2" presStyleIdx="1" presStyleCnt="3"/>
      <dgm:spPr/>
      <dgm:t>
        <a:bodyPr/>
        <a:lstStyle/>
        <a:p>
          <a:endParaRPr lang="zh-CN" altLang="en-US"/>
        </a:p>
      </dgm:t>
    </dgm:pt>
    <dgm:pt modelId="{93DF180B-7B2A-4CF6-B852-3772091E5259}" type="pres">
      <dgm:prSet presAssocID="{A4B6BA7B-CD87-491E-8B16-CD1C0208CA13}" presName="root2" presStyleCnt="0"/>
      <dgm:spPr/>
      <dgm:t>
        <a:bodyPr/>
        <a:lstStyle/>
        <a:p>
          <a:endParaRPr lang="zh-CN" altLang="en-US"/>
        </a:p>
      </dgm:t>
    </dgm:pt>
    <dgm:pt modelId="{12BD86D1-EEC9-4910-B2B1-B51C45A71525}" type="pres">
      <dgm:prSet presAssocID="{A4B6BA7B-CD87-491E-8B16-CD1C0208CA13}" presName="LevelTwoTextNode" presStyleLbl="node2" presStyleIdx="1" presStyleCnt="3">
        <dgm:presLayoutVars>
          <dgm:chPref val="3"/>
        </dgm:presLayoutVars>
      </dgm:prSet>
      <dgm:spPr/>
      <dgm:t>
        <a:bodyPr/>
        <a:lstStyle/>
        <a:p>
          <a:endParaRPr lang="zh-CN" altLang="en-US"/>
        </a:p>
      </dgm:t>
    </dgm:pt>
    <dgm:pt modelId="{E681AFCB-43E8-4F0D-8301-39F20F532404}" type="pres">
      <dgm:prSet presAssocID="{A4B6BA7B-CD87-491E-8B16-CD1C0208CA13}" presName="level3hierChild" presStyleCnt="0"/>
      <dgm:spPr/>
      <dgm:t>
        <a:bodyPr/>
        <a:lstStyle/>
        <a:p>
          <a:endParaRPr lang="zh-CN" altLang="en-US"/>
        </a:p>
      </dgm:t>
    </dgm:pt>
    <dgm:pt modelId="{73AB3867-6934-44EC-A704-28D894F79709}" type="pres">
      <dgm:prSet presAssocID="{C519A1AE-019D-4CE8-86FB-0F1FA3CDDC87}" presName="conn2-1" presStyleLbl="parChTrans1D3" presStyleIdx="4" presStyleCnt="7"/>
      <dgm:spPr/>
      <dgm:t>
        <a:bodyPr/>
        <a:lstStyle/>
        <a:p>
          <a:endParaRPr lang="zh-CN" altLang="en-US"/>
        </a:p>
      </dgm:t>
    </dgm:pt>
    <dgm:pt modelId="{4F9C1423-6A61-444A-905C-9F07918E1E65}" type="pres">
      <dgm:prSet presAssocID="{C519A1AE-019D-4CE8-86FB-0F1FA3CDDC87}" presName="connTx" presStyleLbl="parChTrans1D3" presStyleIdx="4" presStyleCnt="7"/>
      <dgm:spPr/>
      <dgm:t>
        <a:bodyPr/>
        <a:lstStyle/>
        <a:p>
          <a:endParaRPr lang="zh-CN" altLang="en-US"/>
        </a:p>
      </dgm:t>
    </dgm:pt>
    <dgm:pt modelId="{AB470DCF-34C1-4C22-8548-723FC7EF2B7B}" type="pres">
      <dgm:prSet presAssocID="{11385CDC-BFBD-4A00-95D8-E6D9236BD7E1}" presName="root2" presStyleCnt="0"/>
      <dgm:spPr/>
      <dgm:t>
        <a:bodyPr/>
        <a:lstStyle/>
        <a:p>
          <a:endParaRPr lang="zh-CN" altLang="en-US"/>
        </a:p>
      </dgm:t>
    </dgm:pt>
    <dgm:pt modelId="{2A12438F-7D85-4E99-A855-F82FAB22C45C}" type="pres">
      <dgm:prSet presAssocID="{11385CDC-BFBD-4A00-95D8-E6D9236BD7E1}" presName="LevelTwoTextNode" presStyleLbl="node3" presStyleIdx="4" presStyleCnt="7">
        <dgm:presLayoutVars>
          <dgm:chPref val="3"/>
        </dgm:presLayoutVars>
      </dgm:prSet>
      <dgm:spPr/>
      <dgm:t>
        <a:bodyPr/>
        <a:lstStyle/>
        <a:p>
          <a:endParaRPr lang="zh-CN" altLang="en-US"/>
        </a:p>
      </dgm:t>
    </dgm:pt>
    <dgm:pt modelId="{FBB17805-05FA-4EAE-A960-E1B60F5032E2}" type="pres">
      <dgm:prSet presAssocID="{11385CDC-BFBD-4A00-95D8-E6D9236BD7E1}" presName="level3hierChild" presStyleCnt="0"/>
      <dgm:spPr/>
      <dgm:t>
        <a:bodyPr/>
        <a:lstStyle/>
        <a:p>
          <a:endParaRPr lang="zh-CN" altLang="en-US"/>
        </a:p>
      </dgm:t>
    </dgm:pt>
    <dgm:pt modelId="{D5628418-C37D-4055-8DA4-62EA71B09214}" type="pres">
      <dgm:prSet presAssocID="{6D38B573-953D-43F0-9109-8DFAA06D601D}" presName="conn2-1" presStyleLbl="parChTrans1D2" presStyleIdx="2" presStyleCnt="3"/>
      <dgm:spPr/>
      <dgm:t>
        <a:bodyPr/>
        <a:lstStyle/>
        <a:p>
          <a:endParaRPr lang="zh-CN" altLang="en-US"/>
        </a:p>
      </dgm:t>
    </dgm:pt>
    <dgm:pt modelId="{E863FF56-38D4-4FA9-AEBB-EE2CE7166023}" type="pres">
      <dgm:prSet presAssocID="{6D38B573-953D-43F0-9109-8DFAA06D601D}" presName="connTx" presStyleLbl="parChTrans1D2" presStyleIdx="2" presStyleCnt="3"/>
      <dgm:spPr/>
      <dgm:t>
        <a:bodyPr/>
        <a:lstStyle/>
        <a:p>
          <a:endParaRPr lang="zh-CN" altLang="en-US"/>
        </a:p>
      </dgm:t>
    </dgm:pt>
    <dgm:pt modelId="{9825C4E1-19EF-4CCE-90CB-BC2474E0877C}" type="pres">
      <dgm:prSet presAssocID="{B4CC985C-4B70-4DD2-9439-53936DBD60E9}" presName="root2" presStyleCnt="0"/>
      <dgm:spPr/>
      <dgm:t>
        <a:bodyPr/>
        <a:lstStyle/>
        <a:p>
          <a:endParaRPr lang="zh-CN" altLang="en-US"/>
        </a:p>
      </dgm:t>
    </dgm:pt>
    <dgm:pt modelId="{ABC73519-55E6-4840-AA11-EAA16F930B13}" type="pres">
      <dgm:prSet presAssocID="{B4CC985C-4B70-4DD2-9439-53936DBD60E9}" presName="LevelTwoTextNode" presStyleLbl="node2" presStyleIdx="2" presStyleCnt="3">
        <dgm:presLayoutVars>
          <dgm:chPref val="3"/>
        </dgm:presLayoutVars>
      </dgm:prSet>
      <dgm:spPr/>
      <dgm:t>
        <a:bodyPr/>
        <a:lstStyle/>
        <a:p>
          <a:endParaRPr lang="zh-CN" altLang="en-US"/>
        </a:p>
      </dgm:t>
    </dgm:pt>
    <dgm:pt modelId="{74D77855-C77C-4D0B-9822-4A1A0D2BE1C6}" type="pres">
      <dgm:prSet presAssocID="{B4CC985C-4B70-4DD2-9439-53936DBD60E9}" presName="level3hierChild" presStyleCnt="0"/>
      <dgm:spPr/>
      <dgm:t>
        <a:bodyPr/>
        <a:lstStyle/>
        <a:p>
          <a:endParaRPr lang="zh-CN" altLang="en-US"/>
        </a:p>
      </dgm:t>
    </dgm:pt>
    <dgm:pt modelId="{0035576B-20B9-4CEE-AE59-4AC09E04187B}" type="pres">
      <dgm:prSet presAssocID="{12A5DC94-A388-49AD-8AB6-31E360F0FA43}" presName="conn2-1" presStyleLbl="parChTrans1D3" presStyleIdx="5" presStyleCnt="7"/>
      <dgm:spPr/>
      <dgm:t>
        <a:bodyPr/>
        <a:lstStyle/>
        <a:p>
          <a:endParaRPr lang="zh-CN" altLang="en-US"/>
        </a:p>
      </dgm:t>
    </dgm:pt>
    <dgm:pt modelId="{F0D7D477-6061-42F2-B90E-1DF96EDE8AA1}" type="pres">
      <dgm:prSet presAssocID="{12A5DC94-A388-49AD-8AB6-31E360F0FA43}" presName="connTx" presStyleLbl="parChTrans1D3" presStyleIdx="5" presStyleCnt="7"/>
      <dgm:spPr/>
      <dgm:t>
        <a:bodyPr/>
        <a:lstStyle/>
        <a:p>
          <a:endParaRPr lang="zh-CN" altLang="en-US"/>
        </a:p>
      </dgm:t>
    </dgm:pt>
    <dgm:pt modelId="{96994DDC-37FE-4F98-B52A-EE5A80E49BEC}" type="pres">
      <dgm:prSet presAssocID="{D2D0AC0E-707E-4B03-8FF8-2174A02EF4F2}" presName="root2" presStyleCnt="0"/>
      <dgm:spPr/>
      <dgm:t>
        <a:bodyPr/>
        <a:lstStyle/>
        <a:p>
          <a:endParaRPr lang="zh-CN" altLang="en-US"/>
        </a:p>
      </dgm:t>
    </dgm:pt>
    <dgm:pt modelId="{B7FF94B0-9185-4B5C-8088-578205154371}" type="pres">
      <dgm:prSet presAssocID="{D2D0AC0E-707E-4B03-8FF8-2174A02EF4F2}" presName="LevelTwoTextNode" presStyleLbl="node3" presStyleIdx="5" presStyleCnt="7">
        <dgm:presLayoutVars>
          <dgm:chPref val="3"/>
        </dgm:presLayoutVars>
      </dgm:prSet>
      <dgm:spPr/>
      <dgm:t>
        <a:bodyPr/>
        <a:lstStyle/>
        <a:p>
          <a:endParaRPr lang="zh-CN" altLang="en-US"/>
        </a:p>
      </dgm:t>
    </dgm:pt>
    <dgm:pt modelId="{10EE7E30-DA52-4902-8764-B5529557E5D6}" type="pres">
      <dgm:prSet presAssocID="{D2D0AC0E-707E-4B03-8FF8-2174A02EF4F2}" presName="level3hierChild" presStyleCnt="0"/>
      <dgm:spPr/>
      <dgm:t>
        <a:bodyPr/>
        <a:lstStyle/>
        <a:p>
          <a:endParaRPr lang="zh-CN" altLang="en-US"/>
        </a:p>
      </dgm:t>
    </dgm:pt>
    <dgm:pt modelId="{C8707A45-3B1F-4148-9F08-97F042BD79CC}" type="pres">
      <dgm:prSet presAssocID="{AD5C9603-04B1-4ACD-BA06-4EDB4AD6EE8A}" presName="conn2-1" presStyleLbl="parChTrans1D3" presStyleIdx="6" presStyleCnt="7"/>
      <dgm:spPr/>
      <dgm:t>
        <a:bodyPr/>
        <a:lstStyle/>
        <a:p>
          <a:endParaRPr lang="zh-CN" altLang="en-US"/>
        </a:p>
      </dgm:t>
    </dgm:pt>
    <dgm:pt modelId="{F6CD7BC1-B230-4151-8170-6259ED6CC5C6}" type="pres">
      <dgm:prSet presAssocID="{AD5C9603-04B1-4ACD-BA06-4EDB4AD6EE8A}" presName="connTx" presStyleLbl="parChTrans1D3" presStyleIdx="6" presStyleCnt="7"/>
      <dgm:spPr/>
      <dgm:t>
        <a:bodyPr/>
        <a:lstStyle/>
        <a:p>
          <a:endParaRPr lang="zh-CN" altLang="en-US"/>
        </a:p>
      </dgm:t>
    </dgm:pt>
    <dgm:pt modelId="{967D9F21-9282-47CE-90CF-0020ADCEE4FF}" type="pres">
      <dgm:prSet presAssocID="{10DB734E-1315-42F3-BAF1-EA878643FF44}" presName="root2" presStyleCnt="0"/>
      <dgm:spPr/>
      <dgm:t>
        <a:bodyPr/>
        <a:lstStyle/>
        <a:p>
          <a:endParaRPr lang="zh-CN" altLang="en-US"/>
        </a:p>
      </dgm:t>
    </dgm:pt>
    <dgm:pt modelId="{97A6D406-AD56-4242-80DC-698939811C91}" type="pres">
      <dgm:prSet presAssocID="{10DB734E-1315-42F3-BAF1-EA878643FF44}" presName="LevelTwoTextNode" presStyleLbl="node3" presStyleIdx="6" presStyleCnt="7">
        <dgm:presLayoutVars>
          <dgm:chPref val="3"/>
        </dgm:presLayoutVars>
      </dgm:prSet>
      <dgm:spPr/>
      <dgm:t>
        <a:bodyPr/>
        <a:lstStyle/>
        <a:p>
          <a:endParaRPr lang="zh-CN" altLang="en-US"/>
        </a:p>
      </dgm:t>
    </dgm:pt>
    <dgm:pt modelId="{108D78AE-9291-4197-BE60-8ECE13054F5D}" type="pres">
      <dgm:prSet presAssocID="{10DB734E-1315-42F3-BAF1-EA878643FF44}" presName="level3hierChild" presStyleCnt="0"/>
      <dgm:spPr/>
      <dgm:t>
        <a:bodyPr/>
        <a:lstStyle/>
        <a:p>
          <a:endParaRPr lang="zh-CN" altLang="en-US"/>
        </a:p>
      </dgm:t>
    </dgm:pt>
  </dgm:ptLst>
  <dgm:cxnLst>
    <dgm:cxn modelId="{F6ABD867-D63E-9243-AB16-7269F4EBD03E}" type="presOf" srcId="{73A27F8B-A552-43A9-9395-C41E0A743E3D}" destId="{26712508-C2FE-46E8-9C6A-01756789F21B}" srcOrd="0" destOrd="0" presId="urn:microsoft.com/office/officeart/2008/layout/HorizontalMultiLevelHierarchy"/>
    <dgm:cxn modelId="{7F25AEA3-7400-45B4-B9B8-8B723D66CAE1}" srcId="{BC7CDAAB-F943-4285-8E40-F7D1F6519F5E}" destId="{04B6E0A6-498B-4D12-9F19-AB83091217C0}" srcOrd="0" destOrd="0" parTransId="{60035835-2501-4A61-B73E-7DC5C28F477C}" sibTransId="{C65714F6-1080-4DF5-876E-3BEA4484D130}"/>
    <dgm:cxn modelId="{0799A71B-5F03-4F6B-915B-FAC2AFCA69F2}" srcId="{73A27F8B-A552-43A9-9395-C41E0A743E3D}" destId="{E4E6C2E9-F4CB-4525-BB98-37B8201FF0B0}" srcOrd="1" destOrd="0" parTransId="{F6665DBB-908D-451C-8F82-022C76BC459A}" sibTransId="{DC383FDA-4228-41D7-BDA5-7BB79839EE41}"/>
    <dgm:cxn modelId="{8C360DE3-1050-CD41-BCA2-9A1A7301D2EE}" type="presOf" srcId="{6D38B573-953D-43F0-9109-8DFAA06D601D}" destId="{D5628418-C37D-4055-8DA4-62EA71B09214}" srcOrd="0" destOrd="0" presId="urn:microsoft.com/office/officeart/2008/layout/HorizontalMultiLevelHierarchy"/>
    <dgm:cxn modelId="{BE7270A8-B5D3-5D41-8BAC-726F3F8AF99E}" type="presOf" srcId="{53229C22-6B04-4024-8D13-44D9303B5A42}" destId="{51B19665-FDB4-433A-B21D-772E6DAD9577}" srcOrd="1" destOrd="0" presId="urn:microsoft.com/office/officeart/2008/layout/HorizontalMultiLevelHierarchy"/>
    <dgm:cxn modelId="{994853AA-8FCC-2044-ADD8-5E8BAEFA434B}" type="presOf" srcId="{99C4B789-F87E-45CB-8478-9EE39AFFD577}" destId="{2A2D8AAA-348B-454A-9F28-F413B3D66059}" srcOrd="1" destOrd="0" presId="urn:microsoft.com/office/officeart/2008/layout/HorizontalMultiLevelHierarchy"/>
    <dgm:cxn modelId="{C99775E4-4981-4EBF-B678-C8810524063D}" srcId="{04B6E0A6-498B-4D12-9F19-AB83091217C0}" destId="{A4B6BA7B-CD87-491E-8B16-CD1C0208CA13}" srcOrd="1" destOrd="0" parTransId="{53229C22-6B04-4024-8D13-44D9303B5A42}" sibTransId="{788F8831-AB90-40FD-8EA3-4B3DC5FA7DE6}"/>
    <dgm:cxn modelId="{22E7E3BC-45E6-D745-8E1A-4C8461630543}" type="presOf" srcId="{6D38B573-953D-43F0-9109-8DFAA06D601D}" destId="{E863FF56-38D4-4FA9-AEBB-EE2CE7166023}" srcOrd="1" destOrd="0" presId="urn:microsoft.com/office/officeart/2008/layout/HorizontalMultiLevelHierarchy"/>
    <dgm:cxn modelId="{1A9935F3-097D-C944-B8A4-8C96E6776D0C}" type="presOf" srcId="{AD5C9603-04B1-4ACD-BA06-4EDB4AD6EE8A}" destId="{F6CD7BC1-B230-4151-8170-6259ED6CC5C6}" srcOrd="1" destOrd="0" presId="urn:microsoft.com/office/officeart/2008/layout/HorizontalMultiLevelHierarchy"/>
    <dgm:cxn modelId="{671E24DE-1B25-0D42-9FDE-CB60CA6EB1A8}" type="presOf" srcId="{F6665DBB-908D-451C-8F82-022C76BC459A}" destId="{EE83B2DA-5192-4C56-93DE-6D601864939F}" srcOrd="0" destOrd="0" presId="urn:microsoft.com/office/officeart/2008/layout/HorizontalMultiLevelHierarchy"/>
    <dgm:cxn modelId="{1E550C54-A98C-4493-85F5-2EA67A8A2D75}" srcId="{73A27F8B-A552-43A9-9395-C41E0A743E3D}" destId="{C2AA920E-B18E-4B43-9895-58E3C8583542}" srcOrd="0" destOrd="0" parTransId="{9C8980AA-6177-4502-9ADD-29FD9C898126}" sibTransId="{01B6ECFE-A7A5-4302-8C5E-E89E62BA2C8F}"/>
    <dgm:cxn modelId="{A309867A-A800-5842-BF7C-DDE4DD6285A6}" type="presOf" srcId="{E3388C2F-2666-4183-849B-FF7C98A6887C}" destId="{D5AA1A5B-1EA2-4A8C-8481-38175DE93465}" srcOrd="0" destOrd="0" presId="urn:microsoft.com/office/officeart/2008/layout/HorizontalMultiLevelHierarchy"/>
    <dgm:cxn modelId="{05D380FA-6014-F949-B2B1-AB17A17FE04B}" type="presOf" srcId="{E4E6C2E9-F4CB-4525-BB98-37B8201FF0B0}" destId="{95C64C0E-B6A2-45D8-BE41-738F704D0CDF}" srcOrd="0" destOrd="0" presId="urn:microsoft.com/office/officeart/2008/layout/HorizontalMultiLevelHierarchy"/>
    <dgm:cxn modelId="{8485CA70-EA60-45E3-9187-B0D752A5520A}" srcId="{04B6E0A6-498B-4D12-9F19-AB83091217C0}" destId="{73A27F8B-A552-43A9-9395-C41E0A743E3D}" srcOrd="0" destOrd="0" parTransId="{66DB0F99-60BA-4A4B-A3F8-398651756DEF}" sibTransId="{475035B9-5334-4491-AFCA-BC2648DDF3FF}"/>
    <dgm:cxn modelId="{EABBE87D-5912-45F5-A276-ADFC6DC7F85B}" srcId="{A4B6BA7B-CD87-491E-8B16-CD1C0208CA13}" destId="{11385CDC-BFBD-4A00-95D8-E6D9236BD7E1}" srcOrd="0" destOrd="0" parTransId="{C519A1AE-019D-4CE8-86FB-0F1FA3CDDC87}" sibTransId="{1AB5D418-8CD0-4290-9283-7549054A8F83}"/>
    <dgm:cxn modelId="{07238A21-20C9-614E-89E8-0B4DA526092D}" type="presOf" srcId="{12A5DC94-A388-49AD-8AB6-31E360F0FA43}" destId="{F0D7D477-6061-42F2-B90E-1DF96EDE8AA1}" srcOrd="1" destOrd="0" presId="urn:microsoft.com/office/officeart/2008/layout/HorizontalMultiLevelHierarchy"/>
    <dgm:cxn modelId="{6A926F1B-6A73-1E42-AC91-F090990399E3}" type="presOf" srcId="{C519A1AE-019D-4CE8-86FB-0F1FA3CDDC87}" destId="{73AB3867-6934-44EC-A704-28D894F79709}" srcOrd="0" destOrd="0" presId="urn:microsoft.com/office/officeart/2008/layout/HorizontalMultiLevelHierarchy"/>
    <dgm:cxn modelId="{6BD35170-991F-2D4E-8EF1-F611E7312544}" type="presOf" srcId="{53229C22-6B04-4024-8D13-44D9303B5A42}" destId="{F57DBFEB-9F18-4B87-88F5-D71B7D383249}" srcOrd="0" destOrd="0" presId="urn:microsoft.com/office/officeart/2008/layout/HorizontalMultiLevelHierarchy"/>
    <dgm:cxn modelId="{6EEDB8BD-45BC-5541-94FD-DC5220042BFB}" type="presOf" srcId="{B4CC985C-4B70-4DD2-9439-53936DBD60E9}" destId="{ABC73519-55E6-4840-AA11-EAA16F930B13}" srcOrd="0" destOrd="0" presId="urn:microsoft.com/office/officeart/2008/layout/HorizontalMultiLevelHierarchy"/>
    <dgm:cxn modelId="{7197A3A9-30BD-4AF3-BE42-A85F2BF81604}" srcId="{73A27F8B-A552-43A9-9395-C41E0A743E3D}" destId="{9987A5B6-BC13-48B9-8DB7-8781718ED07A}" srcOrd="3" destOrd="0" parTransId="{99C4B789-F87E-45CB-8478-9EE39AFFD577}" sibTransId="{9CEB9166-FA19-4B09-AEC2-80D47A2A414B}"/>
    <dgm:cxn modelId="{ADF82B5E-68F0-F84F-904D-123FD31FF3A8}" type="presOf" srcId="{D2D0AC0E-707E-4B03-8FF8-2174A02EF4F2}" destId="{B7FF94B0-9185-4B5C-8088-578205154371}" srcOrd="0" destOrd="0" presId="urn:microsoft.com/office/officeart/2008/layout/HorizontalMultiLevelHierarchy"/>
    <dgm:cxn modelId="{5D144091-ED13-FB43-A1AF-8DED17245F60}" type="presOf" srcId="{12A5DC94-A388-49AD-8AB6-31E360F0FA43}" destId="{0035576B-20B9-4CEE-AE59-4AC09E04187B}" srcOrd="0" destOrd="0" presId="urn:microsoft.com/office/officeart/2008/layout/HorizontalMultiLevelHierarchy"/>
    <dgm:cxn modelId="{4BFA0A7E-3CF7-2441-A7F8-E356F4926B63}" type="presOf" srcId="{04B6E0A6-498B-4D12-9F19-AB83091217C0}" destId="{2452D66A-CC8D-4070-8E85-678E8EB6A61A}" srcOrd="0" destOrd="0" presId="urn:microsoft.com/office/officeart/2008/layout/HorizontalMultiLevelHierarchy"/>
    <dgm:cxn modelId="{F57D687F-0838-6E4A-8599-122CF1492235}" type="presOf" srcId="{AD5C9603-04B1-4ACD-BA06-4EDB4AD6EE8A}" destId="{C8707A45-3B1F-4148-9F08-97F042BD79CC}" srcOrd="0" destOrd="0" presId="urn:microsoft.com/office/officeart/2008/layout/HorizontalMultiLevelHierarchy"/>
    <dgm:cxn modelId="{86CC7A29-917B-044E-94F8-9A3CF090933B}" type="presOf" srcId="{9C8980AA-6177-4502-9ADD-29FD9C898126}" destId="{D5F25608-9D01-4CAC-A1C6-CC04E2AC3BCB}" srcOrd="1" destOrd="0" presId="urn:microsoft.com/office/officeart/2008/layout/HorizontalMultiLevelHierarchy"/>
    <dgm:cxn modelId="{1F30709F-DBFF-4414-BB8B-362D7F8AC428}" srcId="{73A27F8B-A552-43A9-9395-C41E0A743E3D}" destId="{2EEC15D4-ED76-41EA-896F-B5516E194D74}" srcOrd="2" destOrd="0" parTransId="{E3388C2F-2666-4183-849B-FF7C98A6887C}" sibTransId="{E7B115F1-374D-404A-A3C1-22EE87633209}"/>
    <dgm:cxn modelId="{A6B10E52-2238-4029-B263-F468A8BAC5FC}" srcId="{B4CC985C-4B70-4DD2-9439-53936DBD60E9}" destId="{D2D0AC0E-707E-4B03-8FF8-2174A02EF4F2}" srcOrd="0" destOrd="0" parTransId="{12A5DC94-A388-49AD-8AB6-31E360F0FA43}" sibTransId="{5315CB15-F940-42BD-B387-EB328670529F}"/>
    <dgm:cxn modelId="{B03F0254-E2A2-3A41-B013-0145344C8E43}" type="presOf" srcId="{C519A1AE-019D-4CE8-86FB-0F1FA3CDDC87}" destId="{4F9C1423-6A61-444A-905C-9F07918E1E65}" srcOrd="1" destOrd="0" presId="urn:microsoft.com/office/officeart/2008/layout/HorizontalMultiLevelHierarchy"/>
    <dgm:cxn modelId="{CCE42814-2789-4992-A618-5BDF6BD8B28A}" srcId="{B4CC985C-4B70-4DD2-9439-53936DBD60E9}" destId="{10DB734E-1315-42F3-BAF1-EA878643FF44}" srcOrd="1" destOrd="0" parTransId="{AD5C9603-04B1-4ACD-BA06-4EDB4AD6EE8A}" sibTransId="{CFD5756F-B7FE-45AE-8ABA-DC0231342481}"/>
    <dgm:cxn modelId="{8A9BF0FB-F513-AE46-B89C-7BC368372B01}" type="presOf" srcId="{66DB0F99-60BA-4A4B-A3F8-398651756DEF}" destId="{1426C8D3-F3C4-4D84-8130-5E181EC4CEAE}" srcOrd="0" destOrd="0" presId="urn:microsoft.com/office/officeart/2008/layout/HorizontalMultiLevelHierarchy"/>
    <dgm:cxn modelId="{B7F21D29-2CD3-634D-A997-55DE4266AA01}" type="presOf" srcId="{66DB0F99-60BA-4A4B-A3F8-398651756DEF}" destId="{1642B788-B0DC-42E1-AEF1-7F8F50A23B2D}" srcOrd="1" destOrd="0" presId="urn:microsoft.com/office/officeart/2008/layout/HorizontalMultiLevelHierarchy"/>
    <dgm:cxn modelId="{FAF782C1-C721-D747-9079-7D89058FAEBD}" type="presOf" srcId="{9987A5B6-BC13-48B9-8DB7-8781718ED07A}" destId="{B047DF1B-F2AE-43AF-A531-36F05CFDCBBB}" srcOrd="0" destOrd="0" presId="urn:microsoft.com/office/officeart/2008/layout/HorizontalMultiLevelHierarchy"/>
    <dgm:cxn modelId="{2267F88E-EABF-4FA3-9A44-7279FF536720}" srcId="{04B6E0A6-498B-4D12-9F19-AB83091217C0}" destId="{B4CC985C-4B70-4DD2-9439-53936DBD60E9}" srcOrd="2" destOrd="0" parTransId="{6D38B573-953D-43F0-9109-8DFAA06D601D}" sibTransId="{F0E0B16C-B53D-4DF7-9175-8BD6488CE399}"/>
    <dgm:cxn modelId="{F499764C-BE40-1B47-B554-B4AD0951116C}" type="presOf" srcId="{BC7CDAAB-F943-4285-8E40-F7D1F6519F5E}" destId="{9BFC4848-E084-4857-A1A6-EC4C48669F13}" srcOrd="0" destOrd="0" presId="urn:microsoft.com/office/officeart/2008/layout/HorizontalMultiLevelHierarchy"/>
    <dgm:cxn modelId="{6D0E7AF3-FE43-1A46-B330-A9F1C21B92B1}" type="presOf" srcId="{11385CDC-BFBD-4A00-95D8-E6D9236BD7E1}" destId="{2A12438F-7D85-4E99-A855-F82FAB22C45C}" srcOrd="0" destOrd="0" presId="urn:microsoft.com/office/officeart/2008/layout/HorizontalMultiLevelHierarchy"/>
    <dgm:cxn modelId="{7C2211AC-4BA5-D648-B8B9-353C55060C8B}" type="presOf" srcId="{F6665DBB-908D-451C-8F82-022C76BC459A}" destId="{C60C888D-2A52-4E0D-A817-8E53E1ADF07B}" srcOrd="1" destOrd="0" presId="urn:microsoft.com/office/officeart/2008/layout/HorizontalMultiLevelHierarchy"/>
    <dgm:cxn modelId="{4D050CDC-AE02-C844-8661-3BB4899471C0}" type="presOf" srcId="{9C8980AA-6177-4502-9ADD-29FD9C898126}" destId="{9D4F65CF-AB2C-4589-83FC-5C9A2DED8BD6}" srcOrd="0" destOrd="0" presId="urn:microsoft.com/office/officeart/2008/layout/HorizontalMultiLevelHierarchy"/>
    <dgm:cxn modelId="{51570DEB-397F-5F4E-B12A-862D4D5D59EF}" type="presOf" srcId="{2EEC15D4-ED76-41EA-896F-B5516E194D74}" destId="{E1095C65-525F-4579-9B7F-AEE570C34446}" srcOrd="0" destOrd="0" presId="urn:microsoft.com/office/officeart/2008/layout/HorizontalMultiLevelHierarchy"/>
    <dgm:cxn modelId="{23F5DC73-A087-B04A-8076-AFE36FDA6221}" type="presOf" srcId="{E3388C2F-2666-4183-849B-FF7C98A6887C}" destId="{E17118A1-E19D-4FB8-B806-72365D6CDB37}" srcOrd="1" destOrd="0" presId="urn:microsoft.com/office/officeart/2008/layout/HorizontalMultiLevelHierarchy"/>
    <dgm:cxn modelId="{8456DFF8-8EA6-304F-8CFC-617784C1CAB8}" type="presOf" srcId="{A4B6BA7B-CD87-491E-8B16-CD1C0208CA13}" destId="{12BD86D1-EEC9-4910-B2B1-B51C45A71525}" srcOrd="0" destOrd="0" presId="urn:microsoft.com/office/officeart/2008/layout/HorizontalMultiLevelHierarchy"/>
    <dgm:cxn modelId="{514C3ACF-3E1C-1C47-8D52-058F37F05383}" type="presOf" srcId="{99C4B789-F87E-45CB-8478-9EE39AFFD577}" destId="{BE61D2BF-07F9-4B88-8677-7595990E8056}" srcOrd="0" destOrd="0" presId="urn:microsoft.com/office/officeart/2008/layout/HorizontalMultiLevelHierarchy"/>
    <dgm:cxn modelId="{26A2F244-6F21-6344-8791-C2C130A16139}" type="presOf" srcId="{C2AA920E-B18E-4B43-9895-58E3C8583542}" destId="{63400A91-A0D5-4A59-AEA7-26D076897D28}" srcOrd="0" destOrd="0" presId="urn:microsoft.com/office/officeart/2008/layout/HorizontalMultiLevelHierarchy"/>
    <dgm:cxn modelId="{3B0FED97-0F40-8445-891C-D2E1FD3A3DE3}" type="presOf" srcId="{10DB734E-1315-42F3-BAF1-EA878643FF44}" destId="{97A6D406-AD56-4242-80DC-698939811C91}" srcOrd="0" destOrd="0" presId="urn:microsoft.com/office/officeart/2008/layout/HorizontalMultiLevelHierarchy"/>
    <dgm:cxn modelId="{415057AA-4FE9-FC49-A39E-B61A5E1C2F14}" type="presParOf" srcId="{9BFC4848-E084-4857-A1A6-EC4C48669F13}" destId="{5A139B80-6A20-4CF8-9F10-CE9AAC69FC1B}" srcOrd="0" destOrd="0" presId="urn:microsoft.com/office/officeart/2008/layout/HorizontalMultiLevelHierarchy"/>
    <dgm:cxn modelId="{A766E30B-0000-2148-AA0B-2343F01A20DF}" type="presParOf" srcId="{5A139B80-6A20-4CF8-9F10-CE9AAC69FC1B}" destId="{2452D66A-CC8D-4070-8E85-678E8EB6A61A}" srcOrd="0" destOrd="0" presId="urn:microsoft.com/office/officeart/2008/layout/HorizontalMultiLevelHierarchy"/>
    <dgm:cxn modelId="{06DD9ED8-E744-C747-A85F-0F04B3554B5B}" type="presParOf" srcId="{5A139B80-6A20-4CF8-9F10-CE9AAC69FC1B}" destId="{72A72320-F682-43ED-9239-54D9F8115035}" srcOrd="1" destOrd="0" presId="urn:microsoft.com/office/officeart/2008/layout/HorizontalMultiLevelHierarchy"/>
    <dgm:cxn modelId="{B266A6A1-4734-8644-9C38-1FCCDF848796}" type="presParOf" srcId="{72A72320-F682-43ED-9239-54D9F8115035}" destId="{1426C8D3-F3C4-4D84-8130-5E181EC4CEAE}" srcOrd="0" destOrd="0" presId="urn:microsoft.com/office/officeart/2008/layout/HorizontalMultiLevelHierarchy"/>
    <dgm:cxn modelId="{6592A10B-CAB0-364C-86EC-61AA0ED91CE1}" type="presParOf" srcId="{1426C8D3-F3C4-4D84-8130-5E181EC4CEAE}" destId="{1642B788-B0DC-42E1-AEF1-7F8F50A23B2D}" srcOrd="0" destOrd="0" presId="urn:microsoft.com/office/officeart/2008/layout/HorizontalMultiLevelHierarchy"/>
    <dgm:cxn modelId="{8145FCEE-EEE6-B646-8B98-3AB44D9C2837}" type="presParOf" srcId="{72A72320-F682-43ED-9239-54D9F8115035}" destId="{6B3068B0-E7FC-4ED9-B0D2-3457D0198BC5}" srcOrd="1" destOrd="0" presId="urn:microsoft.com/office/officeart/2008/layout/HorizontalMultiLevelHierarchy"/>
    <dgm:cxn modelId="{57C46E1C-6E91-294B-A2BD-557791949727}" type="presParOf" srcId="{6B3068B0-E7FC-4ED9-B0D2-3457D0198BC5}" destId="{26712508-C2FE-46E8-9C6A-01756789F21B}" srcOrd="0" destOrd="0" presId="urn:microsoft.com/office/officeart/2008/layout/HorizontalMultiLevelHierarchy"/>
    <dgm:cxn modelId="{BF934530-29D3-3048-89C1-8DD67441035E}" type="presParOf" srcId="{6B3068B0-E7FC-4ED9-B0D2-3457D0198BC5}" destId="{B34CB9B5-AEBF-47EA-864C-C5E12B74FDDD}" srcOrd="1" destOrd="0" presId="urn:microsoft.com/office/officeart/2008/layout/HorizontalMultiLevelHierarchy"/>
    <dgm:cxn modelId="{131ABB43-5357-0E4E-B1FA-C48055A2C96F}" type="presParOf" srcId="{B34CB9B5-AEBF-47EA-864C-C5E12B74FDDD}" destId="{9D4F65CF-AB2C-4589-83FC-5C9A2DED8BD6}" srcOrd="0" destOrd="0" presId="urn:microsoft.com/office/officeart/2008/layout/HorizontalMultiLevelHierarchy"/>
    <dgm:cxn modelId="{4073E7F7-93AC-0243-A9D9-F987AB9A96BE}" type="presParOf" srcId="{9D4F65CF-AB2C-4589-83FC-5C9A2DED8BD6}" destId="{D5F25608-9D01-4CAC-A1C6-CC04E2AC3BCB}" srcOrd="0" destOrd="0" presId="urn:microsoft.com/office/officeart/2008/layout/HorizontalMultiLevelHierarchy"/>
    <dgm:cxn modelId="{12A2614B-7E4C-6744-8F41-9480AC6DA7C9}" type="presParOf" srcId="{B34CB9B5-AEBF-47EA-864C-C5E12B74FDDD}" destId="{6BDDFDF0-333D-47E1-A817-EC1D0FAB20B0}" srcOrd="1" destOrd="0" presId="urn:microsoft.com/office/officeart/2008/layout/HorizontalMultiLevelHierarchy"/>
    <dgm:cxn modelId="{989C394E-8B92-4344-97ED-75C911896805}" type="presParOf" srcId="{6BDDFDF0-333D-47E1-A817-EC1D0FAB20B0}" destId="{63400A91-A0D5-4A59-AEA7-26D076897D28}" srcOrd="0" destOrd="0" presId="urn:microsoft.com/office/officeart/2008/layout/HorizontalMultiLevelHierarchy"/>
    <dgm:cxn modelId="{5631FA9C-139D-2549-8B3A-C467B32C842E}" type="presParOf" srcId="{6BDDFDF0-333D-47E1-A817-EC1D0FAB20B0}" destId="{D5195951-75D5-486F-A78C-6B192C36FE72}" srcOrd="1" destOrd="0" presId="urn:microsoft.com/office/officeart/2008/layout/HorizontalMultiLevelHierarchy"/>
    <dgm:cxn modelId="{1E51167E-68A2-854B-99CA-FD8703D2D4A9}" type="presParOf" srcId="{B34CB9B5-AEBF-47EA-864C-C5E12B74FDDD}" destId="{EE83B2DA-5192-4C56-93DE-6D601864939F}" srcOrd="2" destOrd="0" presId="urn:microsoft.com/office/officeart/2008/layout/HorizontalMultiLevelHierarchy"/>
    <dgm:cxn modelId="{674BCB30-5EA6-5C43-8E92-EF9B629A5C43}" type="presParOf" srcId="{EE83B2DA-5192-4C56-93DE-6D601864939F}" destId="{C60C888D-2A52-4E0D-A817-8E53E1ADF07B}" srcOrd="0" destOrd="0" presId="urn:microsoft.com/office/officeart/2008/layout/HorizontalMultiLevelHierarchy"/>
    <dgm:cxn modelId="{7D10C9E2-B547-5348-8751-AFEE35140643}" type="presParOf" srcId="{B34CB9B5-AEBF-47EA-864C-C5E12B74FDDD}" destId="{87E849D8-A6F7-449B-8D57-9680D2CBFD2B}" srcOrd="3" destOrd="0" presId="urn:microsoft.com/office/officeart/2008/layout/HorizontalMultiLevelHierarchy"/>
    <dgm:cxn modelId="{26239B56-DE3B-AE4A-B6C5-32C3F803F1E1}" type="presParOf" srcId="{87E849D8-A6F7-449B-8D57-9680D2CBFD2B}" destId="{95C64C0E-B6A2-45D8-BE41-738F704D0CDF}" srcOrd="0" destOrd="0" presId="urn:microsoft.com/office/officeart/2008/layout/HorizontalMultiLevelHierarchy"/>
    <dgm:cxn modelId="{CDF9AA7B-DF2F-1343-BFDC-172C48739DCB}" type="presParOf" srcId="{87E849D8-A6F7-449B-8D57-9680D2CBFD2B}" destId="{A6463D36-69C6-46CD-BD5B-1205FAF43C87}" srcOrd="1" destOrd="0" presId="urn:microsoft.com/office/officeart/2008/layout/HorizontalMultiLevelHierarchy"/>
    <dgm:cxn modelId="{0F8F3F0B-7350-2640-8F17-05AD31F54E43}" type="presParOf" srcId="{B34CB9B5-AEBF-47EA-864C-C5E12B74FDDD}" destId="{D5AA1A5B-1EA2-4A8C-8481-38175DE93465}" srcOrd="4" destOrd="0" presId="urn:microsoft.com/office/officeart/2008/layout/HorizontalMultiLevelHierarchy"/>
    <dgm:cxn modelId="{C6BF3727-8948-C043-9E37-156FB081D190}" type="presParOf" srcId="{D5AA1A5B-1EA2-4A8C-8481-38175DE93465}" destId="{E17118A1-E19D-4FB8-B806-72365D6CDB37}" srcOrd="0" destOrd="0" presId="urn:microsoft.com/office/officeart/2008/layout/HorizontalMultiLevelHierarchy"/>
    <dgm:cxn modelId="{0897FDA3-CCF8-714B-A2ED-1ABFD20B20E8}" type="presParOf" srcId="{B34CB9B5-AEBF-47EA-864C-C5E12B74FDDD}" destId="{582DFE55-5831-42C0-8244-6B080176281A}" srcOrd="5" destOrd="0" presId="urn:microsoft.com/office/officeart/2008/layout/HorizontalMultiLevelHierarchy"/>
    <dgm:cxn modelId="{EF258953-1A10-834A-8196-93675F17B4E0}" type="presParOf" srcId="{582DFE55-5831-42C0-8244-6B080176281A}" destId="{E1095C65-525F-4579-9B7F-AEE570C34446}" srcOrd="0" destOrd="0" presId="urn:microsoft.com/office/officeart/2008/layout/HorizontalMultiLevelHierarchy"/>
    <dgm:cxn modelId="{84B236E6-305D-F44F-9F22-1452DD3C37D8}" type="presParOf" srcId="{582DFE55-5831-42C0-8244-6B080176281A}" destId="{CE4DC3AA-23EF-441B-AA08-7A0146621FEF}" srcOrd="1" destOrd="0" presId="urn:microsoft.com/office/officeart/2008/layout/HorizontalMultiLevelHierarchy"/>
    <dgm:cxn modelId="{0B83F649-165A-634C-B19E-1DA334A8FA8D}" type="presParOf" srcId="{B34CB9B5-AEBF-47EA-864C-C5E12B74FDDD}" destId="{BE61D2BF-07F9-4B88-8677-7595990E8056}" srcOrd="6" destOrd="0" presId="urn:microsoft.com/office/officeart/2008/layout/HorizontalMultiLevelHierarchy"/>
    <dgm:cxn modelId="{916D1D60-7534-B448-BE91-E546297A4C53}" type="presParOf" srcId="{BE61D2BF-07F9-4B88-8677-7595990E8056}" destId="{2A2D8AAA-348B-454A-9F28-F413B3D66059}" srcOrd="0" destOrd="0" presId="urn:microsoft.com/office/officeart/2008/layout/HorizontalMultiLevelHierarchy"/>
    <dgm:cxn modelId="{33E08650-C93B-0149-A51C-46C47F27A473}" type="presParOf" srcId="{B34CB9B5-AEBF-47EA-864C-C5E12B74FDDD}" destId="{0570E3B9-F94B-404A-92E7-636C79C1E24E}" srcOrd="7" destOrd="0" presId="urn:microsoft.com/office/officeart/2008/layout/HorizontalMultiLevelHierarchy"/>
    <dgm:cxn modelId="{0AF9A245-3ADD-0742-82A1-8F8E9C386877}" type="presParOf" srcId="{0570E3B9-F94B-404A-92E7-636C79C1E24E}" destId="{B047DF1B-F2AE-43AF-A531-36F05CFDCBBB}" srcOrd="0" destOrd="0" presId="urn:microsoft.com/office/officeart/2008/layout/HorizontalMultiLevelHierarchy"/>
    <dgm:cxn modelId="{4E8FDE86-24C2-4E40-BFA3-E0C3565B5060}" type="presParOf" srcId="{0570E3B9-F94B-404A-92E7-636C79C1E24E}" destId="{B6353FBD-7E9B-4D87-97E0-FF1248676665}" srcOrd="1" destOrd="0" presId="urn:microsoft.com/office/officeart/2008/layout/HorizontalMultiLevelHierarchy"/>
    <dgm:cxn modelId="{D8B03F32-5020-6347-B0C8-3D29759C2841}" type="presParOf" srcId="{72A72320-F682-43ED-9239-54D9F8115035}" destId="{F57DBFEB-9F18-4B87-88F5-D71B7D383249}" srcOrd="2" destOrd="0" presId="urn:microsoft.com/office/officeart/2008/layout/HorizontalMultiLevelHierarchy"/>
    <dgm:cxn modelId="{A2195CB1-06FA-ED4D-AE0D-14FDFA1C17E7}" type="presParOf" srcId="{F57DBFEB-9F18-4B87-88F5-D71B7D383249}" destId="{51B19665-FDB4-433A-B21D-772E6DAD9577}" srcOrd="0" destOrd="0" presId="urn:microsoft.com/office/officeart/2008/layout/HorizontalMultiLevelHierarchy"/>
    <dgm:cxn modelId="{66E6CC10-0FCA-C34D-9690-264E0920019F}" type="presParOf" srcId="{72A72320-F682-43ED-9239-54D9F8115035}" destId="{93DF180B-7B2A-4CF6-B852-3772091E5259}" srcOrd="3" destOrd="0" presId="urn:microsoft.com/office/officeart/2008/layout/HorizontalMultiLevelHierarchy"/>
    <dgm:cxn modelId="{6FE7CE83-AF72-D14F-8EC3-D75BDAEE0B3B}" type="presParOf" srcId="{93DF180B-7B2A-4CF6-B852-3772091E5259}" destId="{12BD86D1-EEC9-4910-B2B1-B51C45A71525}" srcOrd="0" destOrd="0" presId="urn:microsoft.com/office/officeart/2008/layout/HorizontalMultiLevelHierarchy"/>
    <dgm:cxn modelId="{D8257F49-2EDF-A44C-A38D-7063B635DC29}" type="presParOf" srcId="{93DF180B-7B2A-4CF6-B852-3772091E5259}" destId="{E681AFCB-43E8-4F0D-8301-39F20F532404}" srcOrd="1" destOrd="0" presId="urn:microsoft.com/office/officeart/2008/layout/HorizontalMultiLevelHierarchy"/>
    <dgm:cxn modelId="{C4EFC7CA-D1A0-0A44-B7B1-6F95BA3B6A18}" type="presParOf" srcId="{E681AFCB-43E8-4F0D-8301-39F20F532404}" destId="{73AB3867-6934-44EC-A704-28D894F79709}" srcOrd="0" destOrd="0" presId="urn:microsoft.com/office/officeart/2008/layout/HorizontalMultiLevelHierarchy"/>
    <dgm:cxn modelId="{CF081409-4563-F64B-97F8-16DCA3E9C440}" type="presParOf" srcId="{73AB3867-6934-44EC-A704-28D894F79709}" destId="{4F9C1423-6A61-444A-905C-9F07918E1E65}" srcOrd="0" destOrd="0" presId="urn:microsoft.com/office/officeart/2008/layout/HorizontalMultiLevelHierarchy"/>
    <dgm:cxn modelId="{CEDF1B21-B326-D24C-BB3A-593517360651}" type="presParOf" srcId="{E681AFCB-43E8-4F0D-8301-39F20F532404}" destId="{AB470DCF-34C1-4C22-8548-723FC7EF2B7B}" srcOrd="1" destOrd="0" presId="urn:microsoft.com/office/officeart/2008/layout/HorizontalMultiLevelHierarchy"/>
    <dgm:cxn modelId="{6140F645-E95D-E040-A0DA-CC928B95A78B}" type="presParOf" srcId="{AB470DCF-34C1-4C22-8548-723FC7EF2B7B}" destId="{2A12438F-7D85-4E99-A855-F82FAB22C45C}" srcOrd="0" destOrd="0" presId="urn:microsoft.com/office/officeart/2008/layout/HorizontalMultiLevelHierarchy"/>
    <dgm:cxn modelId="{CBD923C5-73CF-C342-AAB5-5F05E17AC7D7}" type="presParOf" srcId="{AB470DCF-34C1-4C22-8548-723FC7EF2B7B}" destId="{FBB17805-05FA-4EAE-A960-E1B60F5032E2}" srcOrd="1" destOrd="0" presId="urn:microsoft.com/office/officeart/2008/layout/HorizontalMultiLevelHierarchy"/>
    <dgm:cxn modelId="{B42EC6A4-4462-AB48-86D9-5D313EFF261C}" type="presParOf" srcId="{72A72320-F682-43ED-9239-54D9F8115035}" destId="{D5628418-C37D-4055-8DA4-62EA71B09214}" srcOrd="4" destOrd="0" presId="urn:microsoft.com/office/officeart/2008/layout/HorizontalMultiLevelHierarchy"/>
    <dgm:cxn modelId="{3143D1AC-EBC5-9A43-B25F-0051C8B08CCF}" type="presParOf" srcId="{D5628418-C37D-4055-8DA4-62EA71B09214}" destId="{E863FF56-38D4-4FA9-AEBB-EE2CE7166023}" srcOrd="0" destOrd="0" presId="urn:microsoft.com/office/officeart/2008/layout/HorizontalMultiLevelHierarchy"/>
    <dgm:cxn modelId="{C78B03CD-4CF6-464D-AC14-7F815F8E9807}" type="presParOf" srcId="{72A72320-F682-43ED-9239-54D9F8115035}" destId="{9825C4E1-19EF-4CCE-90CB-BC2474E0877C}" srcOrd="5" destOrd="0" presId="urn:microsoft.com/office/officeart/2008/layout/HorizontalMultiLevelHierarchy"/>
    <dgm:cxn modelId="{2F31FB6E-9A89-E54E-9DCD-ABB65D79DFAC}" type="presParOf" srcId="{9825C4E1-19EF-4CCE-90CB-BC2474E0877C}" destId="{ABC73519-55E6-4840-AA11-EAA16F930B13}" srcOrd="0" destOrd="0" presId="urn:microsoft.com/office/officeart/2008/layout/HorizontalMultiLevelHierarchy"/>
    <dgm:cxn modelId="{FDAE840D-6FE7-8147-B76E-022CF6AF2A67}" type="presParOf" srcId="{9825C4E1-19EF-4CCE-90CB-BC2474E0877C}" destId="{74D77855-C77C-4D0B-9822-4A1A0D2BE1C6}" srcOrd="1" destOrd="0" presId="urn:microsoft.com/office/officeart/2008/layout/HorizontalMultiLevelHierarchy"/>
    <dgm:cxn modelId="{2CE1491E-6B98-3947-87CA-36185BCC98B6}" type="presParOf" srcId="{74D77855-C77C-4D0B-9822-4A1A0D2BE1C6}" destId="{0035576B-20B9-4CEE-AE59-4AC09E04187B}" srcOrd="0" destOrd="0" presId="urn:microsoft.com/office/officeart/2008/layout/HorizontalMultiLevelHierarchy"/>
    <dgm:cxn modelId="{7D842065-0AF7-2044-B959-B3855099E3D8}" type="presParOf" srcId="{0035576B-20B9-4CEE-AE59-4AC09E04187B}" destId="{F0D7D477-6061-42F2-B90E-1DF96EDE8AA1}" srcOrd="0" destOrd="0" presId="urn:microsoft.com/office/officeart/2008/layout/HorizontalMultiLevelHierarchy"/>
    <dgm:cxn modelId="{9D46E22B-78C1-044C-869A-96B6E4CE6ABF}" type="presParOf" srcId="{74D77855-C77C-4D0B-9822-4A1A0D2BE1C6}" destId="{96994DDC-37FE-4F98-B52A-EE5A80E49BEC}" srcOrd="1" destOrd="0" presId="urn:microsoft.com/office/officeart/2008/layout/HorizontalMultiLevelHierarchy"/>
    <dgm:cxn modelId="{CC315EFC-3DAF-DF4F-953D-5B51FFFC7F02}" type="presParOf" srcId="{96994DDC-37FE-4F98-B52A-EE5A80E49BEC}" destId="{B7FF94B0-9185-4B5C-8088-578205154371}" srcOrd="0" destOrd="0" presId="urn:microsoft.com/office/officeart/2008/layout/HorizontalMultiLevelHierarchy"/>
    <dgm:cxn modelId="{31F5FA02-517A-4340-9D52-6C75CF186C1C}" type="presParOf" srcId="{96994DDC-37FE-4F98-B52A-EE5A80E49BEC}" destId="{10EE7E30-DA52-4902-8764-B5529557E5D6}" srcOrd="1" destOrd="0" presId="urn:microsoft.com/office/officeart/2008/layout/HorizontalMultiLevelHierarchy"/>
    <dgm:cxn modelId="{7FA66AF6-AC30-3C4C-9DFC-14250F458AA7}" type="presParOf" srcId="{74D77855-C77C-4D0B-9822-4A1A0D2BE1C6}" destId="{C8707A45-3B1F-4148-9F08-97F042BD79CC}" srcOrd="2" destOrd="0" presId="urn:microsoft.com/office/officeart/2008/layout/HorizontalMultiLevelHierarchy"/>
    <dgm:cxn modelId="{3AF71646-F898-1042-8935-C0656E0F4126}" type="presParOf" srcId="{C8707A45-3B1F-4148-9F08-97F042BD79CC}" destId="{F6CD7BC1-B230-4151-8170-6259ED6CC5C6}" srcOrd="0" destOrd="0" presId="urn:microsoft.com/office/officeart/2008/layout/HorizontalMultiLevelHierarchy"/>
    <dgm:cxn modelId="{D464283E-4193-364A-8144-5E82312C5044}" type="presParOf" srcId="{74D77855-C77C-4D0B-9822-4A1A0D2BE1C6}" destId="{967D9F21-9282-47CE-90CF-0020ADCEE4FF}" srcOrd="3" destOrd="0" presId="urn:microsoft.com/office/officeart/2008/layout/HorizontalMultiLevelHierarchy"/>
    <dgm:cxn modelId="{0DC96435-9CAD-6545-93D0-E299F606312D}" type="presParOf" srcId="{967D9F21-9282-47CE-90CF-0020ADCEE4FF}" destId="{97A6D406-AD56-4242-80DC-698939811C91}" srcOrd="0" destOrd="0" presId="urn:microsoft.com/office/officeart/2008/layout/HorizontalMultiLevelHierarchy"/>
    <dgm:cxn modelId="{B5A3E3A2-8BAD-9347-A086-4075EEDE2888}" type="presParOf" srcId="{967D9F21-9282-47CE-90CF-0020ADCEE4FF}" destId="{108D78AE-9291-4197-BE60-8ECE13054F5D}"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2ED74-3780-D84C-A4C8-5591FBA0F3C5}">
      <dsp:nvSpPr>
        <dsp:cNvPr id="0" name=""/>
        <dsp:cNvSpPr/>
      </dsp:nvSpPr>
      <dsp:spPr>
        <a:xfrm>
          <a:off x="0" y="0"/>
          <a:ext cx="6621907" cy="4292418"/>
        </a:xfrm>
        <a:prstGeom prst="roundRect">
          <a:avLst>
            <a:gd name="adj" fmla="val 8500"/>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3331393" numCol="1" spcCol="1270" anchor="t" anchorCtr="0">
          <a:noAutofit/>
        </a:bodyPr>
        <a:lstStyle/>
        <a:p>
          <a:pPr lvl="0" algn="l" defTabSz="1066800">
            <a:lnSpc>
              <a:spcPct val="90000"/>
            </a:lnSpc>
            <a:spcBef>
              <a:spcPct val="0"/>
            </a:spcBef>
            <a:spcAft>
              <a:spcPct val="35000"/>
            </a:spcAft>
          </a:pPr>
          <a:r>
            <a:rPr lang="en-US" altLang="zh-CN" sz="2400" kern="1200"/>
            <a:t>High</a:t>
          </a:r>
          <a:r>
            <a:rPr lang="zh-CN" altLang="en-US" sz="2400" kern="1200"/>
            <a:t> </a:t>
          </a:r>
          <a:r>
            <a:rPr lang="en-US" altLang="zh-CN" sz="2400" kern="1200"/>
            <a:t>Level:</a:t>
          </a:r>
          <a:r>
            <a:rPr lang="zh-CN" altLang="en-US" sz="2400" kern="1200"/>
            <a:t> </a:t>
          </a:r>
          <a:r>
            <a:rPr lang="en-US" altLang="zh-CN" sz="2400" kern="1200"/>
            <a:t>Graphic</a:t>
          </a:r>
          <a:r>
            <a:rPr lang="zh-CN" altLang="en-US" sz="2400" kern="1200"/>
            <a:t> </a:t>
          </a:r>
          <a:r>
            <a:rPr lang="en-US" altLang="zh-CN" sz="2400" kern="1200"/>
            <a:t>User</a:t>
          </a:r>
          <a:r>
            <a:rPr lang="zh-CN" altLang="en-US" sz="2400" kern="1200"/>
            <a:t> </a:t>
          </a:r>
          <a:r>
            <a:rPr lang="en-US" altLang="zh-CN" sz="2400" kern="1200"/>
            <a:t>Interface</a:t>
          </a:r>
          <a:endParaRPr lang="zh-CN" altLang="en-US" sz="2400" kern="1200"/>
        </a:p>
      </dsp:txBody>
      <dsp:txXfrm>
        <a:off x="106863" y="106863"/>
        <a:ext cx="6408181" cy="4078692"/>
      </dsp:txXfrm>
    </dsp:sp>
    <dsp:sp modelId="{3B796F09-1976-C449-B401-FBE3F2744D8C}">
      <dsp:nvSpPr>
        <dsp:cNvPr id="0" name=""/>
        <dsp:cNvSpPr/>
      </dsp:nvSpPr>
      <dsp:spPr>
        <a:xfrm>
          <a:off x="165547" y="1073104"/>
          <a:ext cx="993286" cy="1477405"/>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PyQt</a:t>
          </a:r>
          <a:endParaRPr lang="zh-CN" altLang="en-US" sz="2100" kern="1200"/>
        </a:p>
      </dsp:txBody>
      <dsp:txXfrm>
        <a:off x="196094" y="1103651"/>
        <a:ext cx="932192" cy="1416311"/>
      </dsp:txXfrm>
    </dsp:sp>
    <dsp:sp modelId="{CDBECD05-1F92-BB4E-B56D-ECDF897597C0}">
      <dsp:nvSpPr>
        <dsp:cNvPr id="0" name=""/>
        <dsp:cNvSpPr/>
      </dsp:nvSpPr>
      <dsp:spPr>
        <a:xfrm>
          <a:off x="165547" y="2599349"/>
          <a:ext cx="993286" cy="1477405"/>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Qt</a:t>
          </a:r>
          <a:endParaRPr lang="zh-CN" altLang="en-US" sz="2100" kern="1200"/>
        </a:p>
      </dsp:txBody>
      <dsp:txXfrm>
        <a:off x="196094" y="2629896"/>
        <a:ext cx="932192" cy="1416311"/>
      </dsp:txXfrm>
    </dsp:sp>
    <dsp:sp modelId="{35CD6844-EEC4-9849-B654-004F9ADA7792}">
      <dsp:nvSpPr>
        <dsp:cNvPr id="0" name=""/>
        <dsp:cNvSpPr/>
      </dsp:nvSpPr>
      <dsp:spPr>
        <a:xfrm>
          <a:off x="1324381" y="1073104"/>
          <a:ext cx="5131977" cy="3004692"/>
        </a:xfrm>
        <a:prstGeom prst="roundRect">
          <a:avLst>
            <a:gd name="adj" fmla="val 10500"/>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1907980" numCol="1" spcCol="1270" anchor="t" anchorCtr="0">
          <a:noAutofit/>
        </a:bodyPr>
        <a:lstStyle/>
        <a:p>
          <a:pPr lvl="0" algn="l" defTabSz="1066800">
            <a:lnSpc>
              <a:spcPct val="90000"/>
            </a:lnSpc>
            <a:spcBef>
              <a:spcPct val="0"/>
            </a:spcBef>
            <a:spcAft>
              <a:spcPct val="35000"/>
            </a:spcAft>
          </a:pPr>
          <a:r>
            <a:rPr lang="en-US" altLang="zh-CN" sz="2400" kern="1200"/>
            <a:t>Middle</a:t>
          </a:r>
          <a:r>
            <a:rPr lang="zh-CN" altLang="en-US" sz="2400" kern="1200"/>
            <a:t> </a:t>
          </a:r>
          <a:r>
            <a:rPr lang="en-US" altLang="zh-CN" sz="2400" kern="1200"/>
            <a:t>Level:</a:t>
          </a:r>
          <a:r>
            <a:rPr lang="zh-CN" altLang="en-US" sz="2400" kern="1200"/>
            <a:t> </a:t>
          </a:r>
          <a:r>
            <a:rPr lang="en-US" altLang="zh-CN" sz="2400" kern="1200"/>
            <a:t>Data</a:t>
          </a:r>
          <a:r>
            <a:rPr lang="zh-CN" altLang="en-US" sz="2400" kern="1200"/>
            <a:t> </a:t>
          </a:r>
          <a:r>
            <a:rPr lang="en-US" altLang="zh-CN" sz="2400" kern="1200"/>
            <a:t>processing</a:t>
          </a:r>
          <a:r>
            <a:rPr lang="zh-CN" altLang="en-US" sz="2400" kern="1200"/>
            <a:t> </a:t>
          </a:r>
          <a:r>
            <a:rPr lang="en-US" altLang="zh-CN" sz="2400" kern="1200"/>
            <a:t>and</a:t>
          </a:r>
          <a:r>
            <a:rPr lang="zh-CN" altLang="en-US" sz="2400" kern="1200"/>
            <a:t> </a:t>
          </a:r>
          <a:r>
            <a:rPr lang="en-US" altLang="zh-CN" sz="2400" kern="1200"/>
            <a:t>analysis</a:t>
          </a:r>
          <a:endParaRPr lang="zh-CN" altLang="en-US" sz="2400" kern="1200"/>
        </a:p>
      </dsp:txBody>
      <dsp:txXfrm>
        <a:off x="1416786" y="1165509"/>
        <a:ext cx="4947167" cy="2819882"/>
      </dsp:txXfrm>
    </dsp:sp>
    <dsp:sp modelId="{8C8D2B3E-DC8C-FF49-BB0F-681D9304977E}">
      <dsp:nvSpPr>
        <dsp:cNvPr id="0" name=""/>
        <dsp:cNvSpPr/>
      </dsp:nvSpPr>
      <dsp:spPr>
        <a:xfrm>
          <a:off x="1452680" y="2124746"/>
          <a:ext cx="1026395" cy="554246"/>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Numpy</a:t>
          </a:r>
          <a:endParaRPr lang="zh-CN" altLang="en-US" sz="2100" kern="1200"/>
        </a:p>
      </dsp:txBody>
      <dsp:txXfrm>
        <a:off x="1469725" y="2141791"/>
        <a:ext cx="992305" cy="520156"/>
      </dsp:txXfrm>
    </dsp:sp>
    <dsp:sp modelId="{B02FE9FE-68E5-E644-9612-6F6EC67402CE}">
      <dsp:nvSpPr>
        <dsp:cNvPr id="0" name=""/>
        <dsp:cNvSpPr/>
      </dsp:nvSpPr>
      <dsp:spPr>
        <a:xfrm>
          <a:off x="1452680" y="2710858"/>
          <a:ext cx="1026395" cy="554246"/>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Scipy</a:t>
          </a:r>
          <a:endParaRPr lang="zh-CN" altLang="en-US" sz="2100" kern="1200"/>
        </a:p>
      </dsp:txBody>
      <dsp:txXfrm>
        <a:off x="1469725" y="2727903"/>
        <a:ext cx="992305" cy="520156"/>
      </dsp:txXfrm>
    </dsp:sp>
    <dsp:sp modelId="{C9D6A01D-94D8-404B-8CE0-D0F9684A4BFF}">
      <dsp:nvSpPr>
        <dsp:cNvPr id="0" name=""/>
        <dsp:cNvSpPr/>
      </dsp:nvSpPr>
      <dsp:spPr>
        <a:xfrm>
          <a:off x="1452680" y="3296970"/>
          <a:ext cx="1026395" cy="554246"/>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PIL</a:t>
          </a:r>
          <a:endParaRPr lang="zh-CN" altLang="en-US" sz="2100" kern="1200"/>
        </a:p>
      </dsp:txBody>
      <dsp:txXfrm>
        <a:off x="1469725" y="3314015"/>
        <a:ext cx="992305" cy="520156"/>
      </dsp:txXfrm>
    </dsp:sp>
    <dsp:sp modelId="{EF49A807-DF17-A14A-B23A-B1D9CFD22757}">
      <dsp:nvSpPr>
        <dsp:cNvPr id="0" name=""/>
        <dsp:cNvSpPr/>
      </dsp:nvSpPr>
      <dsp:spPr>
        <a:xfrm>
          <a:off x="2615653" y="2146209"/>
          <a:ext cx="3675158" cy="1716967"/>
        </a:xfrm>
        <a:prstGeom prst="roundRect">
          <a:avLst>
            <a:gd name="adj" fmla="val 10500"/>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69133" numCol="1" spcCol="1270" anchor="t" anchorCtr="0">
          <a:noAutofit/>
        </a:bodyPr>
        <a:lstStyle/>
        <a:p>
          <a:pPr lvl="0" algn="l" defTabSz="1066800">
            <a:lnSpc>
              <a:spcPct val="90000"/>
            </a:lnSpc>
            <a:spcBef>
              <a:spcPct val="0"/>
            </a:spcBef>
            <a:spcAft>
              <a:spcPct val="35000"/>
            </a:spcAft>
          </a:pPr>
          <a:r>
            <a:rPr lang="en-US" altLang="zh-CN" sz="2400" kern="1200"/>
            <a:t>Low</a:t>
          </a:r>
          <a:r>
            <a:rPr lang="zh-CN" altLang="en-US" sz="2400" kern="1200"/>
            <a:t> </a:t>
          </a:r>
          <a:r>
            <a:rPr lang="en-US" altLang="zh-CN" sz="2400" kern="1200"/>
            <a:t>Level:</a:t>
          </a:r>
          <a:r>
            <a:rPr lang="zh-CN" altLang="en-US" sz="2400" kern="1200"/>
            <a:t> </a:t>
          </a:r>
          <a:r>
            <a:rPr lang="en-US" altLang="zh-CN" sz="2400" kern="1200"/>
            <a:t>Data</a:t>
          </a:r>
          <a:r>
            <a:rPr lang="zh-CN" altLang="en-US" sz="2400" kern="1200"/>
            <a:t> </a:t>
          </a:r>
          <a:r>
            <a:rPr lang="en-US" altLang="zh-CN" sz="2400" kern="1200"/>
            <a:t>acquisition</a:t>
          </a:r>
          <a:endParaRPr lang="zh-CN" altLang="en-US" sz="2400" kern="1200"/>
        </a:p>
      </dsp:txBody>
      <dsp:txXfrm>
        <a:off x="2668456" y="2199012"/>
        <a:ext cx="3569552" cy="1611361"/>
      </dsp:txXfrm>
    </dsp:sp>
    <dsp:sp modelId="{15E3F930-5FFA-4A4F-805C-F1B85E6D7CED}">
      <dsp:nvSpPr>
        <dsp:cNvPr id="0" name=""/>
        <dsp:cNvSpPr/>
      </dsp:nvSpPr>
      <dsp:spPr>
        <a:xfrm>
          <a:off x="2707532" y="2918844"/>
          <a:ext cx="1720128" cy="772635"/>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PyEpics</a:t>
          </a:r>
          <a:endParaRPr lang="zh-CN" altLang="en-US" sz="2100" kern="1200"/>
        </a:p>
      </dsp:txBody>
      <dsp:txXfrm>
        <a:off x="2731293" y="2942605"/>
        <a:ext cx="1672606" cy="725113"/>
      </dsp:txXfrm>
    </dsp:sp>
    <dsp:sp modelId="{734E0317-596E-514C-8610-3139E348639B}">
      <dsp:nvSpPr>
        <dsp:cNvPr id="0" name=""/>
        <dsp:cNvSpPr/>
      </dsp:nvSpPr>
      <dsp:spPr>
        <a:xfrm>
          <a:off x="4476597" y="2918844"/>
          <a:ext cx="1720128" cy="772635"/>
        </a:xfrm>
        <a:prstGeom prst="roundRect">
          <a:avLst>
            <a:gd name="adj" fmla="val 10500"/>
          </a:avLst>
        </a:prstGeom>
        <a:solidFill>
          <a:schemeClr val="lt2">
            <a:alpha val="90000"/>
            <a:hueOff val="0"/>
            <a:satOff val="0"/>
            <a:lumOff val="0"/>
            <a:alphaOff val="0"/>
          </a:schemeClr>
        </a:solidFill>
        <a:ln w="9525" cap="flat" cmpd="sng" algn="ctr">
          <a:solidFill>
            <a:schemeClr val="dk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lvl="0" algn="ctr" defTabSz="933450">
            <a:lnSpc>
              <a:spcPct val="90000"/>
            </a:lnSpc>
            <a:spcBef>
              <a:spcPct val="0"/>
            </a:spcBef>
            <a:spcAft>
              <a:spcPct val="35000"/>
            </a:spcAft>
          </a:pPr>
          <a:r>
            <a:rPr lang="en-US" altLang="zh-CN" sz="2100" kern="1200"/>
            <a:t>EPICS</a:t>
          </a:r>
          <a:endParaRPr lang="zh-CN" altLang="en-US" sz="2100" kern="1200"/>
        </a:p>
      </dsp:txBody>
      <dsp:txXfrm>
        <a:off x="4500358" y="2942605"/>
        <a:ext cx="1672606" cy="725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07A45-3B1F-4148-9F08-97F042BD79CC}">
      <dsp:nvSpPr>
        <dsp:cNvPr id="0" name=""/>
        <dsp:cNvSpPr/>
      </dsp:nvSpPr>
      <dsp:spPr>
        <a:xfrm>
          <a:off x="3237284" y="3692090"/>
          <a:ext cx="328391" cy="312873"/>
        </a:xfrm>
        <a:custGeom>
          <a:avLst/>
          <a:gdLst/>
          <a:ahLst/>
          <a:cxnLst/>
          <a:rect l="0" t="0" r="0" b="0"/>
          <a:pathLst>
            <a:path>
              <a:moveTo>
                <a:pt x="0" y="0"/>
              </a:moveTo>
              <a:lnTo>
                <a:pt x="164195" y="0"/>
              </a:lnTo>
              <a:lnTo>
                <a:pt x="164195" y="312873"/>
              </a:lnTo>
              <a:lnTo>
                <a:pt x="328391" y="31287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90140" y="3837187"/>
        <a:ext cx="22678" cy="22678"/>
      </dsp:txXfrm>
    </dsp:sp>
    <dsp:sp modelId="{0035576B-20B9-4CEE-AE59-4AC09E04187B}">
      <dsp:nvSpPr>
        <dsp:cNvPr id="0" name=""/>
        <dsp:cNvSpPr/>
      </dsp:nvSpPr>
      <dsp:spPr>
        <a:xfrm>
          <a:off x="3237284" y="3379217"/>
          <a:ext cx="328391" cy="312873"/>
        </a:xfrm>
        <a:custGeom>
          <a:avLst/>
          <a:gdLst/>
          <a:ahLst/>
          <a:cxnLst/>
          <a:rect l="0" t="0" r="0" b="0"/>
          <a:pathLst>
            <a:path>
              <a:moveTo>
                <a:pt x="0" y="312873"/>
              </a:moveTo>
              <a:lnTo>
                <a:pt x="164195" y="312873"/>
              </a:lnTo>
              <a:lnTo>
                <a:pt x="164195" y="0"/>
              </a:lnTo>
              <a:lnTo>
                <a:pt x="32839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90140" y="3524314"/>
        <a:ext cx="22678" cy="22678"/>
      </dsp:txXfrm>
    </dsp:sp>
    <dsp:sp modelId="{D5628418-C37D-4055-8DA4-62EA71B09214}">
      <dsp:nvSpPr>
        <dsp:cNvPr id="0" name=""/>
        <dsp:cNvSpPr/>
      </dsp:nvSpPr>
      <dsp:spPr>
        <a:xfrm>
          <a:off x="1266934" y="2440597"/>
          <a:ext cx="328391" cy="1251492"/>
        </a:xfrm>
        <a:custGeom>
          <a:avLst/>
          <a:gdLst/>
          <a:ahLst/>
          <a:cxnLst/>
          <a:rect l="0" t="0" r="0" b="0"/>
          <a:pathLst>
            <a:path>
              <a:moveTo>
                <a:pt x="0" y="0"/>
              </a:moveTo>
              <a:lnTo>
                <a:pt x="164195" y="0"/>
              </a:lnTo>
              <a:lnTo>
                <a:pt x="164195" y="1251492"/>
              </a:lnTo>
              <a:lnTo>
                <a:pt x="328391" y="1251492"/>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398783" y="3033997"/>
        <a:ext cx="64693" cy="64693"/>
      </dsp:txXfrm>
    </dsp:sp>
    <dsp:sp modelId="{73AB3867-6934-44EC-A704-28D894F79709}">
      <dsp:nvSpPr>
        <dsp:cNvPr id="0" name=""/>
        <dsp:cNvSpPr/>
      </dsp:nvSpPr>
      <dsp:spPr>
        <a:xfrm>
          <a:off x="3237284" y="2707750"/>
          <a:ext cx="328391" cy="91440"/>
        </a:xfrm>
        <a:custGeom>
          <a:avLst/>
          <a:gdLst/>
          <a:ahLst/>
          <a:cxnLst/>
          <a:rect l="0" t="0" r="0" b="0"/>
          <a:pathLst>
            <a:path>
              <a:moveTo>
                <a:pt x="0" y="45720"/>
              </a:moveTo>
              <a:lnTo>
                <a:pt x="328391" y="457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93270" y="2745261"/>
        <a:ext cx="16419" cy="16419"/>
      </dsp:txXfrm>
    </dsp:sp>
    <dsp:sp modelId="{F57DBFEB-9F18-4B87-88F5-D71B7D383249}">
      <dsp:nvSpPr>
        <dsp:cNvPr id="0" name=""/>
        <dsp:cNvSpPr/>
      </dsp:nvSpPr>
      <dsp:spPr>
        <a:xfrm>
          <a:off x="1266934" y="2440597"/>
          <a:ext cx="328391" cy="312873"/>
        </a:xfrm>
        <a:custGeom>
          <a:avLst/>
          <a:gdLst/>
          <a:ahLst/>
          <a:cxnLst/>
          <a:rect l="0" t="0" r="0" b="0"/>
          <a:pathLst>
            <a:path>
              <a:moveTo>
                <a:pt x="0" y="0"/>
              </a:moveTo>
              <a:lnTo>
                <a:pt x="164195" y="0"/>
              </a:lnTo>
              <a:lnTo>
                <a:pt x="164195" y="312873"/>
              </a:lnTo>
              <a:lnTo>
                <a:pt x="328391" y="312873"/>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419790" y="2585694"/>
        <a:ext cx="22678" cy="22678"/>
      </dsp:txXfrm>
    </dsp:sp>
    <dsp:sp modelId="{BE61D2BF-07F9-4B88-8677-7595990E8056}">
      <dsp:nvSpPr>
        <dsp:cNvPr id="0" name=""/>
        <dsp:cNvSpPr/>
      </dsp:nvSpPr>
      <dsp:spPr>
        <a:xfrm>
          <a:off x="3237284" y="1189105"/>
          <a:ext cx="328391" cy="938619"/>
        </a:xfrm>
        <a:custGeom>
          <a:avLst/>
          <a:gdLst/>
          <a:ahLst/>
          <a:cxnLst/>
          <a:rect l="0" t="0" r="0" b="0"/>
          <a:pathLst>
            <a:path>
              <a:moveTo>
                <a:pt x="0" y="0"/>
              </a:moveTo>
              <a:lnTo>
                <a:pt x="164195" y="0"/>
              </a:lnTo>
              <a:lnTo>
                <a:pt x="164195" y="938619"/>
              </a:lnTo>
              <a:lnTo>
                <a:pt x="328391" y="938619"/>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76620" y="1633554"/>
        <a:ext cx="49720" cy="49720"/>
      </dsp:txXfrm>
    </dsp:sp>
    <dsp:sp modelId="{D5AA1A5B-1EA2-4A8C-8481-38175DE93465}">
      <dsp:nvSpPr>
        <dsp:cNvPr id="0" name=""/>
        <dsp:cNvSpPr/>
      </dsp:nvSpPr>
      <dsp:spPr>
        <a:xfrm>
          <a:off x="3237284" y="1189105"/>
          <a:ext cx="328391" cy="312873"/>
        </a:xfrm>
        <a:custGeom>
          <a:avLst/>
          <a:gdLst/>
          <a:ahLst/>
          <a:cxnLst/>
          <a:rect l="0" t="0" r="0" b="0"/>
          <a:pathLst>
            <a:path>
              <a:moveTo>
                <a:pt x="0" y="0"/>
              </a:moveTo>
              <a:lnTo>
                <a:pt x="164195" y="0"/>
              </a:lnTo>
              <a:lnTo>
                <a:pt x="164195" y="312873"/>
              </a:lnTo>
              <a:lnTo>
                <a:pt x="328391" y="31287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90140" y="1334202"/>
        <a:ext cx="22678" cy="22678"/>
      </dsp:txXfrm>
    </dsp:sp>
    <dsp:sp modelId="{EE83B2DA-5192-4C56-93DE-6D601864939F}">
      <dsp:nvSpPr>
        <dsp:cNvPr id="0" name=""/>
        <dsp:cNvSpPr/>
      </dsp:nvSpPr>
      <dsp:spPr>
        <a:xfrm>
          <a:off x="3237284" y="876231"/>
          <a:ext cx="328391" cy="312873"/>
        </a:xfrm>
        <a:custGeom>
          <a:avLst/>
          <a:gdLst/>
          <a:ahLst/>
          <a:cxnLst/>
          <a:rect l="0" t="0" r="0" b="0"/>
          <a:pathLst>
            <a:path>
              <a:moveTo>
                <a:pt x="0" y="312873"/>
              </a:moveTo>
              <a:lnTo>
                <a:pt x="164195" y="312873"/>
              </a:lnTo>
              <a:lnTo>
                <a:pt x="164195" y="0"/>
              </a:lnTo>
              <a:lnTo>
                <a:pt x="32839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90140" y="1021329"/>
        <a:ext cx="22678" cy="22678"/>
      </dsp:txXfrm>
    </dsp:sp>
    <dsp:sp modelId="{9D4F65CF-AB2C-4589-83FC-5C9A2DED8BD6}">
      <dsp:nvSpPr>
        <dsp:cNvPr id="0" name=""/>
        <dsp:cNvSpPr/>
      </dsp:nvSpPr>
      <dsp:spPr>
        <a:xfrm>
          <a:off x="3237284" y="250485"/>
          <a:ext cx="328391" cy="938619"/>
        </a:xfrm>
        <a:custGeom>
          <a:avLst/>
          <a:gdLst/>
          <a:ahLst/>
          <a:cxnLst/>
          <a:rect l="0" t="0" r="0" b="0"/>
          <a:pathLst>
            <a:path>
              <a:moveTo>
                <a:pt x="0" y="938619"/>
              </a:moveTo>
              <a:lnTo>
                <a:pt x="164195" y="938619"/>
              </a:lnTo>
              <a:lnTo>
                <a:pt x="164195" y="0"/>
              </a:lnTo>
              <a:lnTo>
                <a:pt x="32839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3376620" y="694935"/>
        <a:ext cx="49720" cy="49720"/>
      </dsp:txXfrm>
    </dsp:sp>
    <dsp:sp modelId="{1426C8D3-F3C4-4D84-8130-5E181EC4CEAE}">
      <dsp:nvSpPr>
        <dsp:cNvPr id="0" name=""/>
        <dsp:cNvSpPr/>
      </dsp:nvSpPr>
      <dsp:spPr>
        <a:xfrm>
          <a:off x="1266934" y="1189105"/>
          <a:ext cx="328391" cy="1251492"/>
        </a:xfrm>
        <a:custGeom>
          <a:avLst/>
          <a:gdLst/>
          <a:ahLst/>
          <a:cxnLst/>
          <a:rect l="0" t="0" r="0" b="0"/>
          <a:pathLst>
            <a:path>
              <a:moveTo>
                <a:pt x="0" y="1251492"/>
              </a:moveTo>
              <a:lnTo>
                <a:pt x="164195" y="1251492"/>
              </a:lnTo>
              <a:lnTo>
                <a:pt x="164195" y="0"/>
              </a:lnTo>
              <a:lnTo>
                <a:pt x="328391"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1398783" y="1782504"/>
        <a:ext cx="64693" cy="64693"/>
      </dsp:txXfrm>
    </dsp:sp>
    <dsp:sp modelId="{2452D66A-CC8D-4070-8E85-678E8EB6A61A}">
      <dsp:nvSpPr>
        <dsp:cNvPr id="0" name=""/>
        <dsp:cNvSpPr/>
      </dsp:nvSpPr>
      <dsp:spPr>
        <a:xfrm rot="16200000">
          <a:off x="-300724" y="2190299"/>
          <a:ext cx="2634721"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en-US" altLang="zh-CN" sz="3200" kern="1200"/>
            <a:t>PIL</a:t>
          </a:r>
          <a:r>
            <a:rPr lang="zh-CN" altLang="en-US" sz="3200" kern="1200"/>
            <a:t> </a:t>
          </a:r>
          <a:r>
            <a:rPr lang="en-US" altLang="zh-CN" sz="3200" kern="1200"/>
            <a:t>Package</a:t>
          </a:r>
          <a:endParaRPr lang="zh-CN" altLang="en-US" sz="3200" kern="1200"/>
        </a:p>
      </dsp:txBody>
      <dsp:txXfrm>
        <a:off x="-300724" y="2190299"/>
        <a:ext cx="2634721" cy="500597"/>
      </dsp:txXfrm>
    </dsp:sp>
    <dsp:sp modelId="{26712508-C2FE-46E8-9C6A-01756789F21B}">
      <dsp:nvSpPr>
        <dsp:cNvPr id="0" name=""/>
        <dsp:cNvSpPr/>
      </dsp:nvSpPr>
      <dsp:spPr>
        <a:xfrm>
          <a:off x="1595326" y="938806"/>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a:t>
          </a:r>
          <a:r>
            <a:rPr lang="zh-CN" altLang="en-US" sz="1300" kern="1200"/>
            <a:t> </a:t>
          </a:r>
          <a:r>
            <a:rPr lang="en-US" altLang="zh-CN" sz="1300" kern="1200"/>
            <a:t>module</a:t>
          </a:r>
          <a:r>
            <a:rPr lang="zh-CN" altLang="en-US" sz="1300" kern="1200"/>
            <a:t> </a:t>
          </a:r>
          <a:endParaRPr lang="en-US" altLang="zh-CN" sz="1300" kern="1200"/>
        </a:p>
      </dsp:txBody>
      <dsp:txXfrm>
        <a:off x="1595326" y="938806"/>
        <a:ext cx="1641958" cy="500597"/>
      </dsp:txXfrm>
    </dsp:sp>
    <dsp:sp modelId="{63400A91-A0D5-4A59-AEA7-26D076897D28}">
      <dsp:nvSpPr>
        <dsp:cNvPr id="0" name=""/>
        <dsp:cNvSpPr/>
      </dsp:nvSpPr>
      <dsp:spPr>
        <a:xfrm>
          <a:off x="3565676" y="187"/>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Image.open()</a:t>
          </a:r>
          <a:r>
            <a:rPr lang="zh-CN" altLang="en-US" sz="1300" kern="1200"/>
            <a:t/>
          </a:r>
          <a:br>
            <a:rPr lang="zh-CN" altLang="en-US" sz="1300" kern="1200"/>
          </a:br>
          <a:r>
            <a:rPr lang="en-US" altLang="zh-CN" sz="1300" kern="1200"/>
            <a:t>open</a:t>
          </a:r>
          <a:r>
            <a:rPr lang="zh-CN" altLang="en-US" sz="1300" kern="1200"/>
            <a:t> </a:t>
          </a:r>
          <a:r>
            <a:rPr lang="en-US" altLang="zh-CN" sz="1300" kern="1200"/>
            <a:t>and</a:t>
          </a:r>
          <a:r>
            <a:rPr lang="zh-CN" altLang="en-US" sz="1300" kern="1200"/>
            <a:t> </a:t>
          </a:r>
          <a:r>
            <a:rPr lang="en-US" altLang="zh-CN" sz="1300" kern="1200"/>
            <a:t>show</a:t>
          </a:r>
          <a:endParaRPr lang="zh-CN" altLang="en-US" sz="1300" kern="1200"/>
        </a:p>
      </dsp:txBody>
      <dsp:txXfrm>
        <a:off x="3565676" y="187"/>
        <a:ext cx="1641958" cy="500597"/>
      </dsp:txXfrm>
    </dsp:sp>
    <dsp:sp modelId="{95C64C0E-B6A2-45D8-BE41-738F704D0CDF}">
      <dsp:nvSpPr>
        <dsp:cNvPr id="0" name=""/>
        <dsp:cNvSpPr/>
      </dsp:nvSpPr>
      <dsp:spPr>
        <a:xfrm>
          <a:off x="3565676" y="625933"/>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Image.resize()</a:t>
          </a:r>
          <a:r>
            <a:rPr lang="zh-CN" altLang="en-US" sz="1300" kern="1200"/>
            <a:t/>
          </a:r>
          <a:br>
            <a:rPr lang="zh-CN" altLang="en-US" sz="1300" kern="1200"/>
          </a:br>
          <a:r>
            <a:rPr lang="en-US" altLang="zh-CN" sz="1300" kern="1200"/>
            <a:t>change</a:t>
          </a:r>
          <a:r>
            <a:rPr lang="zh-CN" altLang="en-US" sz="1300" kern="1200"/>
            <a:t> </a:t>
          </a:r>
          <a:r>
            <a:rPr lang="en-US" altLang="zh-CN" sz="1300" kern="1200"/>
            <a:t>Image</a:t>
          </a:r>
          <a:r>
            <a:rPr lang="zh-CN" altLang="en-US" sz="1300" kern="1200"/>
            <a:t> </a:t>
          </a:r>
          <a:r>
            <a:rPr lang="en-US" altLang="zh-CN" sz="1300" kern="1200"/>
            <a:t>size</a:t>
          </a:r>
          <a:endParaRPr lang="zh-CN" altLang="en-US" sz="1300" kern="1200"/>
        </a:p>
      </dsp:txBody>
      <dsp:txXfrm>
        <a:off x="3565676" y="625933"/>
        <a:ext cx="1641958" cy="500597"/>
      </dsp:txXfrm>
    </dsp:sp>
    <dsp:sp modelId="{E1095C65-525F-4579-9B7F-AEE570C34446}">
      <dsp:nvSpPr>
        <dsp:cNvPr id="0" name=""/>
        <dsp:cNvSpPr/>
      </dsp:nvSpPr>
      <dsp:spPr>
        <a:xfrm>
          <a:off x="3565676" y="1251679"/>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Image.rotate()</a:t>
          </a:r>
          <a:r>
            <a:rPr lang="zh-CN" altLang="en-US" sz="1300" kern="1200"/>
            <a:t/>
          </a:r>
          <a:br>
            <a:rPr lang="zh-CN" altLang="en-US" sz="1300" kern="1200"/>
          </a:br>
          <a:r>
            <a:rPr lang="en-US" altLang="zh-CN" sz="1300" kern="1200"/>
            <a:t>rotate</a:t>
          </a:r>
          <a:r>
            <a:rPr lang="zh-CN" altLang="en-US" sz="1300" kern="1200"/>
            <a:t> </a:t>
          </a:r>
          <a:r>
            <a:rPr lang="en-US" altLang="zh-CN" sz="1300" kern="1200"/>
            <a:t>angle</a:t>
          </a:r>
          <a:endParaRPr lang="zh-CN" altLang="en-US" sz="1300" kern="1200"/>
        </a:p>
      </dsp:txBody>
      <dsp:txXfrm>
        <a:off x="3565676" y="1251679"/>
        <a:ext cx="1641958" cy="500597"/>
      </dsp:txXfrm>
    </dsp:sp>
    <dsp:sp modelId="{B047DF1B-F2AE-43AF-A531-36F05CFDCBBB}">
      <dsp:nvSpPr>
        <dsp:cNvPr id="0" name=""/>
        <dsp:cNvSpPr/>
      </dsp:nvSpPr>
      <dsp:spPr>
        <a:xfrm>
          <a:off x="3565676" y="1877425"/>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Image.convert()</a:t>
          </a:r>
          <a:endParaRPr lang="zh-CN" altLang="en-US" sz="1300" kern="1200"/>
        </a:p>
        <a:p>
          <a:pPr lvl="0" algn="ctr" defTabSz="577850">
            <a:lnSpc>
              <a:spcPct val="90000"/>
            </a:lnSpc>
            <a:spcBef>
              <a:spcPct val="0"/>
            </a:spcBef>
            <a:spcAft>
              <a:spcPct val="35000"/>
            </a:spcAft>
          </a:pPr>
          <a:r>
            <a:rPr lang="en-US" altLang="zh-CN" sz="1300" kern="1200"/>
            <a:t>convert</a:t>
          </a:r>
          <a:r>
            <a:rPr lang="zh-CN" altLang="en-US" sz="1300" kern="1200"/>
            <a:t> </a:t>
          </a:r>
          <a:r>
            <a:rPr lang="en-US" altLang="zh-CN" sz="1300" kern="1200"/>
            <a:t>color/type</a:t>
          </a:r>
          <a:endParaRPr lang="zh-CN" altLang="en-US" sz="1300" kern="1200"/>
        </a:p>
      </dsp:txBody>
      <dsp:txXfrm>
        <a:off x="3565676" y="1877425"/>
        <a:ext cx="1641958" cy="500597"/>
      </dsp:txXfrm>
    </dsp:sp>
    <dsp:sp modelId="{12BD86D1-EEC9-4910-B2B1-B51C45A71525}">
      <dsp:nvSpPr>
        <dsp:cNvPr id="0" name=""/>
        <dsp:cNvSpPr/>
      </dsp:nvSpPr>
      <dsp:spPr>
        <a:xfrm>
          <a:off x="1595326" y="2503172"/>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ImageDraw</a:t>
          </a:r>
          <a:r>
            <a:rPr lang="zh-CN" altLang="en-US" sz="1300" kern="1200"/>
            <a:t> </a:t>
          </a:r>
          <a:r>
            <a:rPr lang="en-US" altLang="zh-CN" sz="1300" kern="1200"/>
            <a:t>module</a:t>
          </a:r>
          <a:endParaRPr lang="zh-CN" altLang="en-US" sz="1300" kern="1200"/>
        </a:p>
      </dsp:txBody>
      <dsp:txXfrm>
        <a:off x="1595326" y="2503172"/>
        <a:ext cx="1641958" cy="500597"/>
      </dsp:txXfrm>
    </dsp:sp>
    <dsp:sp modelId="{2A12438F-7D85-4E99-A855-F82FAB22C45C}">
      <dsp:nvSpPr>
        <dsp:cNvPr id="0" name=""/>
        <dsp:cNvSpPr/>
      </dsp:nvSpPr>
      <dsp:spPr>
        <a:xfrm>
          <a:off x="3565676" y="2503172"/>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ImageDraw.draw()</a:t>
          </a:r>
          <a:endParaRPr lang="zh-CN" altLang="en-US" sz="1300" kern="1200"/>
        </a:p>
        <a:p>
          <a:pPr lvl="0" algn="ctr" defTabSz="577850">
            <a:lnSpc>
              <a:spcPct val="90000"/>
            </a:lnSpc>
            <a:spcBef>
              <a:spcPct val="0"/>
            </a:spcBef>
            <a:spcAft>
              <a:spcPct val="35000"/>
            </a:spcAft>
          </a:pPr>
          <a:r>
            <a:rPr lang="en-US" altLang="zh-CN" sz="1300" kern="1200"/>
            <a:t>draw</a:t>
          </a:r>
          <a:r>
            <a:rPr lang="zh-CN" altLang="en-US" sz="1300" kern="1200"/>
            <a:t> </a:t>
          </a:r>
          <a:r>
            <a:rPr lang="en-US" altLang="zh-CN" sz="1300" kern="1200"/>
            <a:t>line/curve</a:t>
          </a:r>
          <a:endParaRPr lang="zh-CN" altLang="en-US" sz="1300" kern="1200"/>
        </a:p>
      </dsp:txBody>
      <dsp:txXfrm>
        <a:off x="3565676" y="2503172"/>
        <a:ext cx="1641958" cy="500597"/>
      </dsp:txXfrm>
    </dsp:sp>
    <dsp:sp modelId="{ABC73519-55E6-4840-AA11-EAA16F930B13}">
      <dsp:nvSpPr>
        <dsp:cNvPr id="0" name=""/>
        <dsp:cNvSpPr/>
      </dsp:nvSpPr>
      <dsp:spPr>
        <a:xfrm>
          <a:off x="1595326" y="3441791"/>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ImageEnhance</a:t>
          </a:r>
          <a:r>
            <a:rPr lang="zh-CN" altLang="en-US" sz="1300" kern="1200"/>
            <a:t> </a:t>
          </a:r>
          <a:r>
            <a:rPr lang="en-US" altLang="zh-CN" sz="1300" kern="1200"/>
            <a:t>module</a:t>
          </a:r>
          <a:endParaRPr lang="zh-CN" altLang="en-US" sz="1300" kern="1200"/>
        </a:p>
      </dsp:txBody>
      <dsp:txXfrm>
        <a:off x="1595326" y="3441791"/>
        <a:ext cx="1641958" cy="500597"/>
      </dsp:txXfrm>
    </dsp:sp>
    <dsp:sp modelId="{B7FF94B0-9185-4B5C-8088-578205154371}">
      <dsp:nvSpPr>
        <dsp:cNvPr id="0" name=""/>
        <dsp:cNvSpPr/>
      </dsp:nvSpPr>
      <dsp:spPr>
        <a:xfrm>
          <a:off x="3565676" y="3128918"/>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ImageDraw.brightness</a:t>
          </a:r>
          <a:endParaRPr lang="zh-CN" altLang="en-US" sz="1300" kern="1200"/>
        </a:p>
        <a:p>
          <a:pPr lvl="0" algn="ctr" defTabSz="577850">
            <a:lnSpc>
              <a:spcPct val="90000"/>
            </a:lnSpc>
            <a:spcBef>
              <a:spcPct val="0"/>
            </a:spcBef>
            <a:spcAft>
              <a:spcPct val="35000"/>
            </a:spcAft>
          </a:pPr>
          <a:r>
            <a:rPr lang="en-US" altLang="zh-CN" sz="1300" kern="1200"/>
            <a:t>change</a:t>
          </a:r>
          <a:r>
            <a:rPr lang="zh-CN" altLang="en-US" sz="1300" kern="1200"/>
            <a:t> </a:t>
          </a:r>
          <a:r>
            <a:rPr lang="en-US" altLang="zh-CN" sz="1300" kern="1200"/>
            <a:t>brightness</a:t>
          </a:r>
          <a:endParaRPr lang="zh-CN" altLang="en-US" sz="1300" kern="1200"/>
        </a:p>
      </dsp:txBody>
      <dsp:txXfrm>
        <a:off x="3565676" y="3128918"/>
        <a:ext cx="1641958" cy="500597"/>
      </dsp:txXfrm>
    </dsp:sp>
    <dsp:sp modelId="{97A6D406-AD56-4242-80DC-698939811C91}">
      <dsp:nvSpPr>
        <dsp:cNvPr id="0" name=""/>
        <dsp:cNvSpPr/>
      </dsp:nvSpPr>
      <dsp:spPr>
        <a:xfrm>
          <a:off x="3565676" y="3754664"/>
          <a:ext cx="1641958" cy="500597"/>
        </a:xfrm>
        <a:prstGeom prst="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en-US" altLang="zh-CN" sz="1300" kern="1200"/>
            <a:t>ImageEnhance.enhance</a:t>
          </a:r>
          <a:endParaRPr lang="zh-CN" altLang="en-US" sz="1300" kern="1200"/>
        </a:p>
        <a:p>
          <a:pPr lvl="0" algn="ctr" defTabSz="577850">
            <a:lnSpc>
              <a:spcPct val="90000"/>
            </a:lnSpc>
            <a:spcBef>
              <a:spcPct val="0"/>
            </a:spcBef>
            <a:spcAft>
              <a:spcPct val="35000"/>
            </a:spcAft>
          </a:pPr>
          <a:r>
            <a:rPr lang="en-US" altLang="zh-CN" sz="1300" kern="1200"/>
            <a:t>smooth/colormap</a:t>
          </a:r>
          <a:endParaRPr lang="zh-CN" altLang="en-US" sz="1300" kern="1200"/>
        </a:p>
      </dsp:txBody>
      <dsp:txXfrm>
        <a:off x="3565676" y="3754664"/>
        <a:ext cx="1641958" cy="500597"/>
      </dsp:txXfrm>
    </dsp:sp>
  </dsp:spTree>
</dsp:drawing>
</file>

<file path=ppt/diagrams/layout1.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kumimoji="1" lang="zh-CN" altLang="en-US" smtClean="0"/>
              <a:t>单击此处编辑母版标题样式</a:t>
            </a:r>
            <a:endParaRPr kumimoji="1"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zh-CN" altLang="en-US" smtClean="0"/>
              <a:t>单击此处编辑母版副标题样式</a:t>
            </a:r>
            <a:endParaRPr kumimoji="1" lang="zh-CN" altLang="en-US"/>
          </a:p>
        </p:txBody>
      </p:sp>
      <p:sp>
        <p:nvSpPr>
          <p:cNvPr id="4" name="日期占位符 3"/>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215758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1227606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zh-CN" altLang="en-US" smtClean="0"/>
              <a:t>单击此处编辑母版文本样式</a:t>
            </a:r>
          </a:p>
        </p:txBody>
      </p:sp>
      <p:sp>
        <p:nvSpPr>
          <p:cNvPr id="4" name="日期占位符 3"/>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1786924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日期占位符 4"/>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401993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7" name="日期占位符 6"/>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99515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日期占位符 2"/>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221258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224543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kumimoji="1" lang="zh-CN" altLang="en-US" smtClean="0"/>
              <a:t>单击此处编辑母版标题样式</a:t>
            </a:r>
            <a:endParaRPr kumimoji="1"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3569238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kumimoji="1" lang="zh-CN" altLang="en-US" smtClean="0"/>
              <a:t>单击此处编辑母版标题样式</a:t>
            </a:r>
            <a:endParaRPr kumimoji="1"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zh-CN" altLang="en-US" smtClean="0"/>
              <a:t>单击此处编辑母版文本样式</a:t>
            </a:r>
          </a:p>
        </p:txBody>
      </p:sp>
      <p:sp>
        <p:nvSpPr>
          <p:cNvPr id="5" name="日期占位符 4"/>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4118242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1503565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457200" y="274638"/>
            <a:ext cx="6019800" cy="5851525"/>
          </a:xfrm>
        </p:spPr>
        <p:txBody>
          <a:bodyPr vert="eaVert"/>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10"/>
          </p:nvPr>
        </p:nvSpPr>
        <p:spPr/>
        <p:txBody>
          <a:body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34483703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zh-CN" altLang="en-US" smtClean="0"/>
              <a:t>单击此处编辑母版标题样式</a:t>
            </a:r>
            <a:endParaRPr kumimoji="1"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8A609A-9A05-3942-975E-CFFCE2E33086}" type="datetimeFigureOut">
              <a:rPr kumimoji="1" lang="zh-CN" altLang="en-US" smtClean="0"/>
              <a:t>3/13/16</a:t>
            </a:fld>
            <a:endParaRPr kumimoji="1"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C6DDD2-ACF2-1D48-825D-005E25B33ED5}" type="slidenum">
              <a:rPr kumimoji="1" lang="zh-CN" altLang="en-US" smtClean="0"/>
              <a:t>‹#›</a:t>
            </a:fld>
            <a:endParaRPr kumimoji="1" lang="zh-CN" altLang="en-US"/>
          </a:p>
        </p:txBody>
      </p:sp>
    </p:spTree>
    <p:extLst>
      <p:ext uri="{BB962C8B-B14F-4D97-AF65-F5344CB8AC3E}">
        <p14:creationId xmlns:p14="http://schemas.microsoft.com/office/powerpoint/2010/main" val="179470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baidu.com/link?url=pGgRE7erKHD49CDEKkvyfG2w9m53dwHEh3BhJFlgOKe" TargetMode="External"/><Relationship Id="rId4" Type="http://schemas.openxmlformats.org/officeDocument/2006/relationships/hyperlink" Target="http://www.baidu.com/link?url=OPGgzDmasvXFgPME2kbE5JYb-zMir9kQMWnVDD4x0Jy" TargetMode="External"/><Relationship Id="rId5" Type="http://schemas.openxmlformats.org/officeDocument/2006/relationships/hyperlink" Target="http://www.pythonware.com/products/pil/" TargetMode="External"/><Relationship Id="rId6" Type="http://schemas.openxmlformats.org/officeDocument/2006/relationships/hyperlink" Target="http://cars9.uchicago.edu/software/python/pyepics3/index.html" TargetMode="External"/><Relationship Id="rId7" Type="http://schemas.openxmlformats.org/officeDocument/2006/relationships/hyperlink" Target="https://riverbankcomputing.com/software/pyqt/intro" TargetMode="External"/><Relationship Id="rId8" Type="http://schemas.openxmlformats.org/officeDocument/2006/relationships/hyperlink" Target="http://doc.qt.io/qt-4.8/designer-manual.html" TargetMode="External"/><Relationship Id="rId9" Type="http://schemas.openxmlformats.org/officeDocument/2006/relationships/hyperlink" Target="http://www.matplotlib.org" TargetMode="External"/><Relationship Id="rId10" Type="http://schemas.openxmlformats.org/officeDocument/2006/relationships/hyperlink" Target="http://eric-ide.python-projects.org" TargetMode="External"/><Relationship Id="rId1" Type="http://schemas.openxmlformats.org/officeDocument/2006/relationships/slideLayout" Target="../slideLayouts/slideLayout2.xml"/><Relationship Id="rId2" Type="http://schemas.openxmlformats.org/officeDocument/2006/relationships/hyperlink" Target="http://www.python.org" TargetMode="Externa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zh-CN" altLang="en-US" dirty="0" smtClean="0"/>
              <a:t>使用</a:t>
            </a:r>
            <a:r>
              <a:rPr kumimoji="1" lang="en-US" altLang="zh-CN" dirty="0" smtClean="0"/>
              <a:t>Python</a:t>
            </a:r>
            <a:r>
              <a:rPr kumimoji="1" lang="zh-CN" altLang="en-US" dirty="0" smtClean="0"/>
              <a:t>开发</a:t>
            </a:r>
            <a:r>
              <a:rPr kumimoji="1" lang="en-US" altLang="zh-CN" dirty="0" smtClean="0"/>
              <a:t>GUI</a:t>
            </a:r>
            <a:r>
              <a:rPr kumimoji="1" lang="zh-CN" altLang="en-US" dirty="0" smtClean="0"/>
              <a:t>程序示例</a:t>
            </a:r>
            <a:endParaRPr kumimoji="1" lang="zh-CN" altLang="en-US" dirty="0"/>
          </a:p>
        </p:txBody>
      </p:sp>
      <p:sp>
        <p:nvSpPr>
          <p:cNvPr id="3" name="副标题 2"/>
          <p:cNvSpPr>
            <a:spLocks noGrp="1"/>
          </p:cNvSpPr>
          <p:nvPr>
            <p:ph type="subTitle" idx="1"/>
          </p:nvPr>
        </p:nvSpPr>
        <p:spPr/>
        <p:txBody>
          <a:bodyPr/>
          <a:lstStyle/>
          <a:p>
            <a:r>
              <a:rPr kumimoji="1" lang="zh-CN" altLang="en-US" dirty="0" smtClean="0"/>
              <a:t>谷端</a:t>
            </a:r>
            <a:endParaRPr kumimoji="1" lang="en-US" altLang="zh-CN" dirty="0" smtClean="0"/>
          </a:p>
          <a:p>
            <a:r>
              <a:rPr kumimoji="1" lang="zh-CN" altLang="zh-CN" dirty="0" smtClean="0"/>
              <a:t>20</a:t>
            </a:r>
            <a:r>
              <a:rPr kumimoji="1" lang="en-US" altLang="zh-CN" dirty="0" smtClean="0"/>
              <a:t>16.03.14</a:t>
            </a:r>
            <a:endParaRPr kumimoji="1" lang="zh-CN" altLang="en-US" dirty="0"/>
          </a:p>
        </p:txBody>
      </p:sp>
    </p:spTree>
    <p:extLst>
      <p:ext uri="{BB962C8B-B14F-4D97-AF65-F5344CB8AC3E}">
        <p14:creationId xmlns:p14="http://schemas.microsoft.com/office/powerpoint/2010/main" val="3414987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78376" y="578442"/>
            <a:ext cx="6990807" cy="6186310"/>
          </a:xfrm>
          <a:prstGeom prst="rect">
            <a:avLst/>
          </a:prstGeom>
          <a:noFill/>
        </p:spPr>
        <p:txBody>
          <a:bodyPr wrap="square" rtlCol="0">
            <a:spAutoFit/>
          </a:bodyPr>
          <a:lstStyle/>
          <a:p>
            <a:r>
              <a:rPr kumimoji="1" lang="en-US" altLang="en-US" dirty="0" smtClean="0"/>
              <a:t>所用到的工具：</a:t>
            </a:r>
          </a:p>
          <a:p>
            <a:endParaRPr kumimoji="1" lang="en-US" altLang="zh-CN" dirty="0"/>
          </a:p>
          <a:p>
            <a:pPr marL="285750" indent="-285750">
              <a:buFont typeface="Wingdings" charset="2"/>
              <a:buChar char="Ø"/>
            </a:pPr>
            <a:r>
              <a:rPr kumimoji="1" lang="zh-CN" altLang="en-US" dirty="0" smtClean="0"/>
              <a:t>编程语言：</a:t>
            </a:r>
            <a:endParaRPr kumimoji="1" lang="en-US" altLang="zh-CN" dirty="0" smtClean="0"/>
          </a:p>
          <a:p>
            <a:r>
              <a:rPr kumimoji="1" lang="en-US" altLang="zh-CN" dirty="0" smtClean="0"/>
              <a:t>python:</a:t>
            </a:r>
          </a:p>
          <a:p>
            <a:r>
              <a:rPr lang="en-US" altLang="zh-CN" dirty="0" smtClean="0">
                <a:hlinkClick r:id="rId2"/>
              </a:rPr>
              <a:t>www.</a:t>
            </a:r>
            <a:r>
              <a:rPr lang="en-US" altLang="zh-CN" b="1" dirty="0" smtClean="0">
                <a:hlinkClick r:id="rId2"/>
              </a:rPr>
              <a:t>python</a:t>
            </a:r>
            <a:r>
              <a:rPr lang="en-US" altLang="zh-CN" dirty="0" smtClean="0">
                <a:hlinkClick r:id="rId2"/>
              </a:rPr>
              <a:t>.org</a:t>
            </a:r>
            <a:endParaRPr lang="en-US" altLang="zh-CN" dirty="0" smtClean="0"/>
          </a:p>
          <a:p>
            <a:endParaRPr kumimoji="1" lang="en-US" altLang="zh-CN" dirty="0"/>
          </a:p>
          <a:p>
            <a:pPr marL="285750" indent="-285750">
              <a:buFont typeface="Wingdings" charset="2"/>
              <a:buChar char="Ø"/>
            </a:pPr>
            <a:r>
              <a:rPr kumimoji="1" lang="zh-CN" altLang="en-US" dirty="0" smtClean="0"/>
              <a:t>第三方函数库：</a:t>
            </a:r>
            <a:endParaRPr kumimoji="1" lang="en-US" altLang="zh-CN" dirty="0" smtClean="0"/>
          </a:p>
          <a:p>
            <a:r>
              <a:rPr kumimoji="1" lang="en-US" altLang="zh-CN" dirty="0" smtClean="0"/>
              <a:t>Numpy</a:t>
            </a:r>
            <a:r>
              <a:rPr kumimoji="1" lang="zh-CN" altLang="en-US" dirty="0" smtClean="0"/>
              <a:t>：</a:t>
            </a:r>
            <a:r>
              <a:rPr lang="en-US" altLang="zh-CN" dirty="0">
                <a:hlinkClick r:id="rId3"/>
              </a:rPr>
              <a:t>www.</a:t>
            </a:r>
            <a:r>
              <a:rPr lang="en-US" altLang="zh-CN" b="1" dirty="0">
                <a:hlinkClick r:id="rId3"/>
              </a:rPr>
              <a:t>numpy</a:t>
            </a:r>
            <a:r>
              <a:rPr lang="en-US" altLang="zh-CN" dirty="0">
                <a:hlinkClick r:id="rId3"/>
              </a:rPr>
              <a:t>.org</a:t>
            </a:r>
            <a:endParaRPr kumimoji="1" lang="en-US" altLang="zh-CN" dirty="0" smtClean="0"/>
          </a:p>
          <a:p>
            <a:r>
              <a:rPr kumimoji="1" lang="en-US" altLang="zh-CN" dirty="0" err="1" smtClean="0"/>
              <a:t>Scipy</a:t>
            </a:r>
            <a:r>
              <a:rPr kumimoji="1" lang="zh-CN" altLang="en-US" dirty="0" smtClean="0"/>
              <a:t>：</a:t>
            </a:r>
            <a:r>
              <a:rPr lang="en-US" altLang="zh-CN" dirty="0">
                <a:hlinkClick r:id="rId4"/>
              </a:rPr>
              <a:t>www.</a:t>
            </a:r>
            <a:r>
              <a:rPr lang="en-US" altLang="zh-CN" b="1" dirty="0">
                <a:hlinkClick r:id="rId4"/>
              </a:rPr>
              <a:t>scipy</a:t>
            </a:r>
            <a:r>
              <a:rPr lang="en-US" altLang="zh-CN" dirty="0">
                <a:hlinkClick r:id="rId4"/>
              </a:rPr>
              <a:t>.org</a:t>
            </a:r>
            <a:endParaRPr kumimoji="1" lang="en-US" altLang="zh-CN" dirty="0" smtClean="0"/>
          </a:p>
          <a:p>
            <a:r>
              <a:rPr kumimoji="1" lang="en-US" altLang="zh-CN" dirty="0" smtClean="0"/>
              <a:t>PIL</a:t>
            </a:r>
            <a:r>
              <a:rPr kumimoji="1" lang="zh-CN" altLang="en-US" dirty="0" smtClean="0"/>
              <a:t>: </a:t>
            </a:r>
            <a:r>
              <a:rPr kumimoji="1" lang="en-US" altLang="zh-CN" dirty="0" smtClean="0">
                <a:hlinkClick r:id="rId5"/>
              </a:rPr>
              <a:t>http://</a:t>
            </a:r>
            <a:r>
              <a:rPr kumimoji="1" lang="en-US" altLang="zh-CN" dirty="0" err="1" smtClean="0">
                <a:hlinkClick r:id="rId5"/>
              </a:rPr>
              <a:t>www.pythonware.com</a:t>
            </a:r>
            <a:r>
              <a:rPr kumimoji="1" lang="en-US" altLang="zh-CN" dirty="0" smtClean="0">
                <a:hlinkClick r:id="rId5"/>
              </a:rPr>
              <a:t>/products/</a:t>
            </a:r>
            <a:r>
              <a:rPr kumimoji="1" lang="en-US" altLang="zh-CN" dirty="0" err="1" smtClean="0">
                <a:hlinkClick r:id="rId5"/>
              </a:rPr>
              <a:t>pil</a:t>
            </a:r>
            <a:r>
              <a:rPr kumimoji="1" lang="en-US" altLang="zh-CN" dirty="0" smtClean="0">
                <a:hlinkClick r:id="rId5"/>
              </a:rPr>
              <a:t>/</a:t>
            </a:r>
            <a:endParaRPr kumimoji="1" lang="en-US" altLang="zh-CN" dirty="0" smtClean="0"/>
          </a:p>
          <a:p>
            <a:r>
              <a:rPr kumimoji="1" lang="en-US" altLang="zh-CN" dirty="0" smtClean="0"/>
              <a:t>PyEpics</a:t>
            </a:r>
            <a:r>
              <a:rPr kumimoji="1" lang="zh-CN" altLang="en-US" dirty="0" smtClean="0"/>
              <a:t>: </a:t>
            </a:r>
            <a:r>
              <a:rPr kumimoji="1" lang="en-US" altLang="zh-CN" dirty="0" smtClean="0">
                <a:hlinkClick r:id="rId6"/>
              </a:rPr>
              <a:t>http://cars9.uchicago.edu/software/python/pyepics3/</a:t>
            </a:r>
            <a:r>
              <a:rPr kumimoji="1" lang="en-US" altLang="zh-CN" dirty="0" err="1" smtClean="0">
                <a:hlinkClick r:id="rId6"/>
              </a:rPr>
              <a:t>index.html</a:t>
            </a:r>
            <a:endParaRPr kumimoji="1" lang="en-US" altLang="zh-CN" dirty="0" smtClean="0"/>
          </a:p>
          <a:p>
            <a:endParaRPr kumimoji="1" lang="en-US" altLang="zh-CN" dirty="0"/>
          </a:p>
          <a:p>
            <a:pPr marL="342900" indent="-342900">
              <a:buFont typeface="Wingdings" charset="2"/>
              <a:buChar char="Ø"/>
            </a:pPr>
            <a:r>
              <a:rPr kumimoji="1" lang="en-US" altLang="en-US" dirty="0" smtClean="0"/>
              <a:t>软件界面：</a:t>
            </a:r>
          </a:p>
          <a:p>
            <a:r>
              <a:rPr kumimoji="1" lang="en-US" altLang="en-US" dirty="0" smtClean="0"/>
              <a:t>PyQt：</a:t>
            </a:r>
            <a:r>
              <a:rPr kumimoji="1" lang="zh-CN" altLang="en-US" dirty="0" smtClean="0"/>
              <a:t> </a:t>
            </a:r>
            <a:r>
              <a:rPr kumimoji="1" lang="en-US" altLang="en-US" dirty="0" smtClean="0">
                <a:hlinkClick r:id="rId7"/>
              </a:rPr>
              <a:t>https://</a:t>
            </a:r>
            <a:r>
              <a:rPr kumimoji="1" lang="en-US" altLang="en-US" dirty="0" err="1" smtClean="0">
                <a:hlinkClick r:id="rId7"/>
              </a:rPr>
              <a:t>riverbankcomputing.com</a:t>
            </a:r>
            <a:r>
              <a:rPr kumimoji="1" lang="en-US" altLang="en-US" dirty="0" smtClean="0">
                <a:hlinkClick r:id="rId7"/>
              </a:rPr>
              <a:t>/software/</a:t>
            </a:r>
            <a:r>
              <a:rPr kumimoji="1" lang="en-US" altLang="en-US" dirty="0" err="1" smtClean="0">
                <a:hlinkClick r:id="rId7"/>
              </a:rPr>
              <a:t>pyqt</a:t>
            </a:r>
            <a:r>
              <a:rPr kumimoji="1" lang="en-US" altLang="en-US" dirty="0" smtClean="0">
                <a:hlinkClick r:id="rId7"/>
              </a:rPr>
              <a:t>/intro</a:t>
            </a:r>
            <a:endParaRPr kumimoji="1" lang="en-US" altLang="en-US" dirty="0" smtClean="0"/>
          </a:p>
          <a:p>
            <a:r>
              <a:rPr kumimoji="1" lang="en-US" altLang="zh-CN" dirty="0" err="1" smtClean="0"/>
              <a:t>Qt</a:t>
            </a:r>
            <a:r>
              <a:rPr kumimoji="1" lang="zh-CN" altLang="en-US" dirty="0" smtClean="0"/>
              <a:t> </a:t>
            </a:r>
            <a:r>
              <a:rPr kumimoji="1" lang="en-US" altLang="zh-CN" dirty="0" smtClean="0"/>
              <a:t>Designer</a:t>
            </a:r>
            <a:r>
              <a:rPr kumimoji="1" lang="zh-CN" altLang="en-US" dirty="0" smtClean="0"/>
              <a:t> </a:t>
            </a:r>
            <a:r>
              <a:rPr kumimoji="1" lang="en-US" altLang="zh-CN" dirty="0" smtClean="0"/>
              <a:t>/</a:t>
            </a:r>
            <a:r>
              <a:rPr kumimoji="1" lang="zh-CN" altLang="en-US" dirty="0" smtClean="0"/>
              <a:t> </a:t>
            </a:r>
            <a:r>
              <a:rPr kumimoji="1" lang="en-US" altLang="zh-CN" dirty="0" err="1" smtClean="0"/>
              <a:t>Qt</a:t>
            </a:r>
            <a:r>
              <a:rPr kumimoji="1" lang="zh-CN" altLang="en-US" dirty="0" smtClean="0"/>
              <a:t> </a:t>
            </a:r>
            <a:r>
              <a:rPr kumimoji="1" lang="en-US" altLang="zh-CN" dirty="0" smtClean="0"/>
              <a:t>Creator:</a:t>
            </a:r>
            <a:r>
              <a:rPr kumimoji="1" lang="zh-CN" altLang="en-US" dirty="0" smtClean="0"/>
              <a:t> </a:t>
            </a:r>
            <a:r>
              <a:rPr kumimoji="1" lang="en-US" altLang="zh-CN" dirty="0" smtClean="0">
                <a:hlinkClick r:id="rId8"/>
              </a:rPr>
              <a:t>http://doc.qt.io/qt-4.8/designer-manual.html</a:t>
            </a:r>
            <a:endParaRPr kumimoji="1" lang="en-US" altLang="zh-CN" dirty="0" smtClean="0"/>
          </a:p>
          <a:p>
            <a:r>
              <a:rPr kumimoji="1" lang="en-US" altLang="en-US" dirty="0" err="1" smtClean="0"/>
              <a:t>Matplotlib</a:t>
            </a:r>
            <a:r>
              <a:rPr kumimoji="1" lang="zh-CN" altLang="en-US" dirty="0" smtClean="0"/>
              <a:t>: </a:t>
            </a:r>
            <a:r>
              <a:rPr lang="en-US" altLang="zh-CN" dirty="0" smtClean="0">
                <a:hlinkClick r:id="rId9"/>
              </a:rPr>
              <a:t>www.</a:t>
            </a:r>
            <a:r>
              <a:rPr lang="en-US" altLang="zh-CN" b="1" dirty="0" smtClean="0">
                <a:hlinkClick r:id="rId9"/>
              </a:rPr>
              <a:t>matplotlib</a:t>
            </a:r>
            <a:r>
              <a:rPr lang="en-US" altLang="zh-CN" dirty="0" smtClean="0">
                <a:hlinkClick r:id="rId9"/>
              </a:rPr>
              <a:t>.org</a:t>
            </a:r>
            <a:endParaRPr lang="en-US" altLang="zh-CN" dirty="0" smtClean="0"/>
          </a:p>
          <a:p>
            <a:pPr marL="285750" indent="-285750">
              <a:buFont typeface="Wingdings" charset="2"/>
              <a:buChar char="Ø"/>
            </a:pPr>
            <a:endParaRPr kumimoji="1" lang="en-US" altLang="zh-CN" dirty="0"/>
          </a:p>
          <a:p>
            <a:pPr marL="285750" indent="-285750">
              <a:buFont typeface="Wingdings" charset="2"/>
              <a:buChar char="Ø"/>
            </a:pPr>
            <a:r>
              <a:rPr kumimoji="1" lang="zh-CN" altLang="en-US" dirty="0" smtClean="0"/>
              <a:t>集成开发工具（</a:t>
            </a:r>
            <a:r>
              <a:rPr kumimoji="1" lang="en-US" altLang="zh-CN" dirty="0" smtClean="0"/>
              <a:t>IDE</a:t>
            </a:r>
            <a:r>
              <a:rPr kumimoji="1" lang="zh-CN" altLang="en-US" dirty="0" smtClean="0"/>
              <a:t>）：</a:t>
            </a:r>
            <a:endParaRPr kumimoji="1" lang="en-US" altLang="zh-CN" dirty="0" smtClean="0"/>
          </a:p>
          <a:p>
            <a:r>
              <a:rPr kumimoji="1" lang="en-US" altLang="zh-CN" dirty="0" smtClean="0"/>
              <a:t>Eric</a:t>
            </a:r>
            <a:r>
              <a:rPr kumimoji="1" lang="zh-CN" altLang="en-US" dirty="0" smtClean="0"/>
              <a:t>：</a:t>
            </a:r>
            <a:endParaRPr kumimoji="1" lang="en-US" altLang="zh-CN" dirty="0" smtClean="0"/>
          </a:p>
          <a:p>
            <a:r>
              <a:rPr kumimoji="1" lang="en-US" altLang="zh-CN" dirty="0" smtClean="0">
                <a:hlinkClick r:id="rId10"/>
              </a:rPr>
              <a:t>http://eric-ide.python-projects.org</a:t>
            </a:r>
            <a:endParaRPr kumimoji="1" lang="en-US" altLang="zh-CN" dirty="0" smtClean="0"/>
          </a:p>
          <a:p>
            <a:endParaRPr kumimoji="1" lang="en-US" altLang="en-US" dirty="0" smtClean="0"/>
          </a:p>
        </p:txBody>
      </p:sp>
    </p:spTree>
    <p:extLst>
      <p:ext uri="{BB962C8B-B14F-4D97-AF65-F5344CB8AC3E}">
        <p14:creationId xmlns:p14="http://schemas.microsoft.com/office/powerpoint/2010/main" val="1510218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表 3"/>
          <p:cNvGraphicFramePr/>
          <p:nvPr>
            <p:extLst>
              <p:ext uri="{D42A27DB-BD31-4B8C-83A1-F6EECF244321}">
                <p14:modId xmlns:p14="http://schemas.microsoft.com/office/powerpoint/2010/main" val="890692257"/>
              </p:ext>
            </p:extLst>
          </p:nvPr>
        </p:nvGraphicFramePr>
        <p:xfrm>
          <a:off x="1412501" y="981471"/>
          <a:ext cx="6621907" cy="42924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文本框 4"/>
          <p:cNvSpPr txBox="1"/>
          <p:nvPr/>
        </p:nvSpPr>
        <p:spPr>
          <a:xfrm>
            <a:off x="3719154" y="5750080"/>
            <a:ext cx="1800493" cy="369332"/>
          </a:xfrm>
          <a:prstGeom prst="rect">
            <a:avLst/>
          </a:prstGeom>
          <a:noFill/>
        </p:spPr>
        <p:txBody>
          <a:bodyPr wrap="none" rtlCol="0">
            <a:spAutoFit/>
          </a:bodyPr>
          <a:lstStyle/>
          <a:p>
            <a:r>
              <a:rPr kumimoji="1" lang="zh-CN" altLang="en-US" dirty="0" smtClean="0"/>
              <a:t>软件开发结构图</a:t>
            </a:r>
            <a:endParaRPr kumimoji="1" lang="zh-CN" altLang="en-US" dirty="0"/>
          </a:p>
        </p:txBody>
      </p:sp>
    </p:spTree>
    <p:extLst>
      <p:ext uri="{BB962C8B-B14F-4D97-AF65-F5344CB8AC3E}">
        <p14:creationId xmlns:p14="http://schemas.microsoft.com/office/powerpoint/2010/main" val="2564267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2269" y="226022"/>
            <a:ext cx="6942871" cy="5355313"/>
          </a:xfrm>
          <a:prstGeom prst="rect">
            <a:avLst/>
          </a:prstGeom>
        </p:spPr>
        <p:txBody>
          <a:bodyPr wrap="square">
            <a:spAutoFit/>
          </a:bodyPr>
          <a:lstStyle/>
          <a:p>
            <a:pPr marL="285750" indent="-285750">
              <a:buFont typeface="Wingdings" charset="2"/>
              <a:buChar char="Ø"/>
            </a:pPr>
            <a:r>
              <a:rPr kumimoji="1" lang="zh-CN" altLang="en-US" dirty="0" smtClean="0"/>
              <a:t>编程语言：</a:t>
            </a:r>
            <a:endParaRPr kumimoji="1" lang="en-US" altLang="zh-CN" dirty="0" smtClean="0"/>
          </a:p>
          <a:p>
            <a:r>
              <a:rPr kumimoji="1" lang="en-US" altLang="zh-CN" dirty="0" smtClean="0"/>
              <a:t>python</a:t>
            </a:r>
          </a:p>
          <a:p>
            <a:endParaRPr kumimoji="1" lang="en-US" altLang="zh-CN" dirty="0"/>
          </a:p>
          <a:p>
            <a:r>
              <a:rPr kumimoji="1" lang="zh-CN" altLang="en-US" dirty="0" smtClean="0"/>
              <a:t>特点：</a:t>
            </a:r>
            <a:endParaRPr kumimoji="1" lang="en-US" altLang="zh-CN" dirty="0" smtClean="0"/>
          </a:p>
          <a:p>
            <a:pPr marL="342900" indent="-342900">
              <a:buFont typeface="+mj-lt"/>
              <a:buAutoNum type="arabicPeriod"/>
            </a:pPr>
            <a:r>
              <a:rPr lang="zh-CN" altLang="en-US" dirty="0" smtClean="0"/>
              <a:t>简单易用。</a:t>
            </a:r>
            <a:r>
              <a:rPr lang="en-US" altLang="zh-CN" dirty="0" smtClean="0"/>
              <a:t/>
            </a:r>
            <a:br>
              <a:rPr lang="en-US" altLang="zh-CN" dirty="0" smtClean="0"/>
            </a:br>
            <a:r>
              <a:rPr lang="zh-CN" altLang="en-US" dirty="0" smtClean="0"/>
              <a:t>完成同一个任务</a:t>
            </a:r>
            <a:r>
              <a:rPr lang="zh-CN" altLang="en-US" dirty="0"/>
              <a:t>，</a:t>
            </a:r>
            <a:r>
              <a:rPr lang="en-US" altLang="zh-CN" dirty="0"/>
              <a:t>C</a:t>
            </a:r>
            <a:r>
              <a:rPr lang="zh-CN" altLang="en-US" dirty="0"/>
              <a:t>语言要写</a:t>
            </a:r>
            <a:r>
              <a:rPr lang="en-US" altLang="zh-CN" dirty="0"/>
              <a:t>1000</a:t>
            </a:r>
            <a:r>
              <a:rPr lang="zh-CN" altLang="en-US" dirty="0"/>
              <a:t>行代码，</a:t>
            </a:r>
            <a:r>
              <a:rPr lang="en-US" altLang="zh-CN" dirty="0"/>
              <a:t>Java</a:t>
            </a:r>
            <a:r>
              <a:rPr lang="zh-CN" altLang="en-US" dirty="0"/>
              <a:t>只需要写</a:t>
            </a:r>
            <a:r>
              <a:rPr lang="en-US" altLang="zh-CN" dirty="0"/>
              <a:t>100</a:t>
            </a:r>
            <a:r>
              <a:rPr lang="zh-CN" altLang="en-US" dirty="0"/>
              <a:t>行，而</a:t>
            </a:r>
            <a:r>
              <a:rPr lang="en-US" altLang="zh-CN" dirty="0"/>
              <a:t>Python</a:t>
            </a:r>
            <a:r>
              <a:rPr lang="zh-CN" altLang="en-US" dirty="0"/>
              <a:t>可能只要</a:t>
            </a:r>
            <a:r>
              <a:rPr lang="en-US" altLang="zh-CN" dirty="0" smtClean="0"/>
              <a:t>20</a:t>
            </a:r>
            <a:r>
              <a:rPr lang="zh-CN" altLang="en-US" dirty="0" smtClean="0"/>
              <a:t>行</a:t>
            </a:r>
            <a:endParaRPr lang="en-US" altLang="zh-CN" dirty="0" smtClean="0"/>
          </a:p>
          <a:p>
            <a:pPr marL="342900" indent="-342900">
              <a:buFont typeface="+mj-lt"/>
              <a:buAutoNum type="arabicPeriod"/>
            </a:pPr>
            <a:r>
              <a:rPr kumimoji="1" lang="zh-CN" altLang="en-US" dirty="0" smtClean="0"/>
              <a:t>语法清晰。</a:t>
            </a:r>
            <a:r>
              <a:rPr kumimoji="1" lang="en-US" altLang="zh-CN" dirty="0" smtClean="0"/>
              <a:t/>
            </a:r>
            <a:br>
              <a:rPr kumimoji="1" lang="en-US" altLang="zh-CN" dirty="0" smtClean="0"/>
            </a:br>
            <a:r>
              <a:rPr lang="zh-CN" altLang="en-US" dirty="0" smtClean="0"/>
              <a:t>特色之一是强制用</a:t>
            </a:r>
            <a:r>
              <a:rPr lang="zh-CN" altLang="en-US" dirty="0"/>
              <a:t>空白符</a:t>
            </a:r>
            <a:r>
              <a:rPr lang="en-US" altLang="zh-CN" dirty="0"/>
              <a:t>(white space)</a:t>
            </a:r>
            <a:r>
              <a:rPr lang="zh-CN" altLang="en-US" dirty="0" smtClean="0"/>
              <a:t>作为语句缩进</a:t>
            </a:r>
            <a:r>
              <a:rPr lang="zh-CN" altLang="en-US" dirty="0" smtClean="0"/>
              <a:t>。</a:t>
            </a:r>
            <a:endParaRPr lang="en-US" altLang="zh-CN" dirty="0" smtClean="0"/>
          </a:p>
          <a:p>
            <a:pPr marL="342900" indent="-342900">
              <a:buFont typeface="+mj-lt"/>
              <a:buAutoNum type="arabicPeriod"/>
            </a:pPr>
            <a:r>
              <a:rPr lang="zh-CN" altLang="en-US" dirty="0" smtClean="0"/>
              <a:t>具有丰富和强大的</a:t>
            </a:r>
            <a:r>
              <a:rPr lang="zh-CN" altLang="en-US" dirty="0" smtClean="0"/>
              <a:t>第三方</a:t>
            </a:r>
            <a:r>
              <a:rPr lang="zh-CN" altLang="en-US" dirty="0" smtClean="0"/>
              <a:t>库。</a:t>
            </a:r>
            <a:r>
              <a:rPr lang="en-US" altLang="zh-CN" dirty="0" smtClean="0"/>
              <a:t/>
            </a:r>
            <a:br>
              <a:rPr lang="en-US" altLang="zh-CN" dirty="0" smtClean="0"/>
            </a:br>
            <a:r>
              <a:rPr lang="zh-CN" altLang="en-US" dirty="0" smtClean="0"/>
              <a:t>它常被昵称为</a:t>
            </a:r>
            <a:r>
              <a:rPr lang="zh-CN" altLang="en-US" dirty="0" smtClean="0">
                <a:solidFill>
                  <a:srgbClr val="FF0000"/>
                </a:solidFill>
              </a:rPr>
              <a:t>胶水语言</a:t>
            </a:r>
            <a:r>
              <a:rPr lang="zh-CN" altLang="en-US" dirty="0" smtClean="0"/>
              <a:t>，能够把用其他语言制作的各种模块（尤其是</a:t>
            </a:r>
            <a:r>
              <a:rPr lang="en-US" altLang="zh-CN" dirty="0" smtClean="0"/>
              <a:t>C/C++</a:t>
            </a:r>
            <a:r>
              <a:rPr lang="zh-CN" altLang="en-US" dirty="0" smtClean="0"/>
              <a:t>）很轻松地联结在一起。常见的一种应用情形是，使用</a:t>
            </a:r>
            <a:r>
              <a:rPr lang="en-US" altLang="zh-CN" dirty="0" smtClean="0"/>
              <a:t>Python</a:t>
            </a:r>
            <a:r>
              <a:rPr lang="zh-CN" altLang="en-US" dirty="0" smtClean="0"/>
              <a:t>快速生成程序的原型（有时甚至是程序的最终界面），然后对其中有特别要求的部分，用更合适的语言改写</a:t>
            </a:r>
          </a:p>
          <a:p>
            <a:pPr marL="342900" indent="-342900">
              <a:buFont typeface="+mj-lt"/>
              <a:buAutoNum type="arabicPeriod"/>
            </a:pPr>
            <a:r>
              <a:rPr kumimoji="1" lang="zh-CN" altLang="en-US" dirty="0" smtClean="0"/>
              <a:t>跨平台</a:t>
            </a:r>
            <a:r>
              <a:rPr kumimoji="1" lang="en-US" altLang="zh-CN" dirty="0" smtClean="0"/>
              <a:t/>
            </a:r>
            <a:br>
              <a:rPr kumimoji="1" lang="en-US" altLang="zh-CN" dirty="0" smtClean="0"/>
            </a:br>
            <a:r>
              <a:rPr kumimoji="1" lang="en-US" altLang="zh-CN" dirty="0" smtClean="0"/>
              <a:t>Debug</a:t>
            </a:r>
            <a:r>
              <a:rPr kumimoji="1" lang="zh-CN" altLang="en-US" dirty="0" smtClean="0"/>
              <a:t> </a:t>
            </a:r>
            <a:r>
              <a:rPr kumimoji="1" lang="en-US" altLang="zh-CN" dirty="0" smtClean="0"/>
              <a:t>once,</a:t>
            </a:r>
            <a:r>
              <a:rPr kumimoji="1" lang="zh-CN" altLang="en-US" dirty="0" smtClean="0"/>
              <a:t> </a:t>
            </a:r>
            <a:r>
              <a:rPr kumimoji="1" lang="en-US" altLang="zh-CN" dirty="0" smtClean="0"/>
              <a:t>run</a:t>
            </a:r>
            <a:r>
              <a:rPr kumimoji="1" lang="zh-CN" altLang="en-US" dirty="0" smtClean="0"/>
              <a:t> </a:t>
            </a:r>
            <a:r>
              <a:rPr kumimoji="1" lang="en-US" altLang="zh-CN" dirty="0" smtClean="0"/>
              <a:t>everywhere</a:t>
            </a:r>
          </a:p>
          <a:p>
            <a:pPr marL="342900" indent="-342900">
              <a:buFont typeface="+mj-lt"/>
              <a:buAutoNum type="arabicPeriod"/>
            </a:pPr>
            <a:r>
              <a:rPr lang="zh-CN" altLang="en-US" dirty="0" smtClean="0"/>
              <a:t>高级语言</a:t>
            </a:r>
            <a:r>
              <a:rPr lang="en-US" altLang="zh-CN" dirty="0" smtClean="0"/>
              <a:t/>
            </a:r>
            <a:br>
              <a:rPr lang="en-US" altLang="zh-CN" dirty="0" smtClean="0"/>
            </a:br>
            <a:r>
              <a:rPr lang="zh-CN" altLang="en-US" dirty="0" smtClean="0"/>
              <a:t>无需考虑诸如如何管理程序</a:t>
            </a:r>
            <a:r>
              <a:rPr lang="zh-CN" altLang="en-US" dirty="0"/>
              <a:t>使用的内存一类</a:t>
            </a:r>
            <a:r>
              <a:rPr lang="zh-CN" altLang="en-US" dirty="0" smtClean="0"/>
              <a:t>的底层细节</a:t>
            </a:r>
            <a:endParaRPr lang="en-US" altLang="zh-CN" dirty="0" smtClean="0"/>
          </a:p>
          <a:p>
            <a:pPr marL="342900" indent="-342900">
              <a:buFont typeface="+mj-lt"/>
              <a:buAutoNum type="arabicPeriod"/>
            </a:pPr>
            <a:r>
              <a:rPr kumimoji="1" lang="en-US" altLang="zh-CN" dirty="0" smtClean="0"/>
              <a:t>。</a:t>
            </a:r>
            <a:r>
              <a:rPr kumimoji="1" lang="zh-CN" altLang="en-US" dirty="0" smtClean="0"/>
              <a:t>。。</a:t>
            </a:r>
            <a:endParaRPr kumimoji="1" lang="en-US" altLang="zh-CN" dirty="0" smtClean="0"/>
          </a:p>
        </p:txBody>
      </p:sp>
    </p:spTree>
    <p:extLst>
      <p:ext uri="{BB962C8B-B14F-4D97-AF65-F5344CB8AC3E}">
        <p14:creationId xmlns:p14="http://schemas.microsoft.com/office/powerpoint/2010/main" val="1711544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37125" y="200898"/>
            <a:ext cx="6037586" cy="5770811"/>
          </a:xfrm>
          <a:prstGeom prst="rect">
            <a:avLst/>
          </a:prstGeom>
        </p:spPr>
        <p:txBody>
          <a:bodyPr wrap="square">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endParaRPr kumimoji="1" lang="en-US" altLang="zh-CN" dirty="0" smtClean="0">
              <a:latin typeface="+mn-ea"/>
            </a:endParaRPr>
          </a:p>
          <a:p>
            <a:pPr>
              <a:lnSpc>
                <a:spcPct val="150000"/>
              </a:lnSpc>
            </a:pPr>
            <a:r>
              <a:rPr lang="zh-CN" altLang="pt-BR" dirty="0" smtClean="0"/>
              <a:t>数据类型</a:t>
            </a:r>
            <a:endParaRPr lang="en-US" altLang="zh-CN" dirty="0" smtClean="0"/>
          </a:p>
          <a:p>
            <a:pPr marL="285750" indent="-285750">
              <a:lnSpc>
                <a:spcPct val="150000"/>
              </a:lnSpc>
              <a:buFont typeface="Wingdings" charset="2"/>
              <a:buChar char="Ø"/>
            </a:pPr>
            <a:r>
              <a:rPr lang="zh-CN" altLang="pt-BR" dirty="0" smtClean="0"/>
              <a:t>列表</a:t>
            </a:r>
            <a:r>
              <a:rPr lang="pt-BR" altLang="zh-CN" dirty="0"/>
              <a:t>(</a:t>
            </a:r>
            <a:r>
              <a:rPr lang="pt-BR" altLang="zh-CN" dirty="0" err="1"/>
              <a:t>list</a:t>
            </a:r>
            <a:r>
              <a:rPr lang="pt-BR" altLang="zh-CN" dirty="0"/>
              <a:t>) </a:t>
            </a:r>
            <a:endParaRPr lang="pt-BR" altLang="zh-CN" dirty="0" smtClean="0">
              <a:effectLst/>
            </a:endParaRPr>
          </a:p>
          <a:p>
            <a:pPr lvl="1">
              <a:lnSpc>
                <a:spcPct val="150000"/>
              </a:lnSpc>
            </a:pPr>
            <a:r>
              <a:rPr lang="pt-BR" altLang="zh-CN" dirty="0" err="1"/>
              <a:t>list</a:t>
            </a:r>
            <a:r>
              <a:rPr lang="pt-BR" altLang="zh-CN" dirty="0"/>
              <a:t> = ['a', '</a:t>
            </a:r>
            <a:r>
              <a:rPr lang="pt-BR" altLang="zh-CN" dirty="0" err="1"/>
              <a:t>bc</a:t>
            </a:r>
            <a:r>
              <a:rPr lang="pt-BR" altLang="zh-CN" dirty="0"/>
              <a:t>', 1, 2] </a:t>
            </a:r>
            <a:endParaRPr lang="pt-BR" altLang="zh-CN" dirty="0" smtClean="0">
              <a:effectLst/>
            </a:endParaRPr>
          </a:p>
          <a:p>
            <a:pPr lvl="1">
              <a:lnSpc>
                <a:spcPct val="150000"/>
              </a:lnSpc>
            </a:pPr>
            <a:r>
              <a:rPr lang="pt-BR" altLang="zh-CN" dirty="0"/>
              <a:t>num = [1, 3, 5, 7, 9] </a:t>
            </a:r>
            <a:endParaRPr lang="pt-BR" altLang="zh-CN" dirty="0" smtClean="0"/>
          </a:p>
          <a:p>
            <a:pPr marL="285750" indent="-285750">
              <a:lnSpc>
                <a:spcPct val="150000"/>
              </a:lnSpc>
              <a:buFont typeface="Arial"/>
              <a:buChar char="•"/>
            </a:pPr>
            <a:r>
              <a:rPr lang="zh-CN" altLang="pt-BR" dirty="0" smtClean="0"/>
              <a:t>元素访问 </a:t>
            </a:r>
            <a:endParaRPr lang="pt-BR" altLang="zh-CN" dirty="0" smtClean="0">
              <a:effectLst/>
            </a:endParaRPr>
          </a:p>
          <a:p>
            <a:pPr lvl="1">
              <a:lnSpc>
                <a:spcPct val="150000"/>
              </a:lnSpc>
            </a:pPr>
            <a:r>
              <a:rPr lang="pt-BR" altLang="zh-CN" dirty="0"/>
              <a:t>num[2:5], num[:-3] </a:t>
            </a:r>
            <a:endParaRPr lang="pt-BR" altLang="zh-CN" dirty="0" smtClean="0"/>
          </a:p>
          <a:p>
            <a:pPr marL="285750" indent="-285750">
              <a:lnSpc>
                <a:spcPct val="150000"/>
              </a:lnSpc>
              <a:buFont typeface="Arial"/>
              <a:buChar char="•"/>
            </a:pPr>
            <a:r>
              <a:rPr lang="zh-CN" altLang="pt-BR" dirty="0" smtClean="0"/>
              <a:t>元素修改 </a:t>
            </a:r>
            <a:endParaRPr lang="pt-BR" altLang="zh-CN" dirty="0" smtClean="0">
              <a:effectLst/>
            </a:endParaRPr>
          </a:p>
          <a:p>
            <a:pPr lvl="1">
              <a:lnSpc>
                <a:spcPct val="150000"/>
              </a:lnSpc>
            </a:pPr>
            <a:r>
              <a:rPr lang="pt-BR" altLang="zh-CN" dirty="0"/>
              <a:t>num[0] = </a:t>
            </a:r>
            <a:r>
              <a:rPr lang="pt-BR" altLang="zh-CN" dirty="0" smtClean="0"/>
              <a:t>2</a:t>
            </a:r>
          </a:p>
          <a:p>
            <a:pPr marL="285750" indent="-285750">
              <a:lnSpc>
                <a:spcPct val="150000"/>
              </a:lnSpc>
              <a:buFont typeface="Arial"/>
              <a:buChar char="•"/>
            </a:pPr>
            <a:r>
              <a:rPr lang="zh-CN" altLang="pt-BR" dirty="0" smtClean="0"/>
              <a:t>元素删除 </a:t>
            </a:r>
            <a:endParaRPr lang="pt-BR" altLang="zh-CN" dirty="0" smtClean="0">
              <a:effectLst/>
            </a:endParaRPr>
          </a:p>
          <a:p>
            <a:pPr lvl="1">
              <a:lnSpc>
                <a:spcPct val="150000"/>
              </a:lnSpc>
            </a:pPr>
            <a:r>
              <a:rPr lang="pt-BR" altLang="zh-CN" dirty="0" err="1"/>
              <a:t>del</a:t>
            </a:r>
            <a:r>
              <a:rPr lang="pt-BR" altLang="zh-CN" dirty="0"/>
              <a:t> </a:t>
            </a:r>
            <a:r>
              <a:rPr lang="pt-BR" altLang="zh-CN" dirty="0" err="1"/>
              <a:t>nums</a:t>
            </a:r>
            <a:r>
              <a:rPr lang="pt-BR" altLang="zh-CN" dirty="0"/>
              <a:t>[0</a:t>
            </a:r>
            <a:r>
              <a:rPr lang="pt-BR" altLang="zh-CN" dirty="0" smtClean="0"/>
              <a:t>]</a:t>
            </a:r>
          </a:p>
          <a:p>
            <a:pPr lvl="1">
              <a:lnSpc>
                <a:spcPct val="150000"/>
              </a:lnSpc>
            </a:pPr>
            <a:r>
              <a:rPr lang="pt-BR" altLang="zh-CN" dirty="0" smtClean="0"/>
              <a:t>num</a:t>
            </a:r>
            <a:r>
              <a:rPr lang="pt-BR" altLang="zh-CN" dirty="0"/>
              <a:t>[3, 5, 7, 9] </a:t>
            </a:r>
            <a:endParaRPr lang="pt-BR" altLang="zh-CN" dirty="0" smtClean="0">
              <a:effectLst/>
            </a:endParaRPr>
          </a:p>
          <a:p>
            <a:endParaRPr kumimoji="1" lang="en-US" altLang="zh-CN" dirty="0" smtClean="0">
              <a:latin typeface="+mn-ea"/>
            </a:endParaRPr>
          </a:p>
        </p:txBody>
      </p:sp>
      <p:sp>
        <p:nvSpPr>
          <p:cNvPr id="5" name="矩形 4"/>
          <p:cNvSpPr/>
          <p:nvPr/>
        </p:nvSpPr>
        <p:spPr>
          <a:xfrm>
            <a:off x="3619959" y="628325"/>
            <a:ext cx="5219137" cy="5886227"/>
          </a:xfrm>
          <a:prstGeom prst="rect">
            <a:avLst/>
          </a:prstGeom>
          <a:ln>
            <a:solidFill>
              <a:srgbClr val="000000"/>
            </a:solidFill>
            <a:prstDash val="sysDash"/>
          </a:ln>
        </p:spPr>
        <p:txBody>
          <a:bodyPr wrap="square">
            <a:spAutoFit/>
          </a:bodyPr>
          <a:lstStyle/>
          <a:p>
            <a:pPr marL="285750" indent="-285750">
              <a:lnSpc>
                <a:spcPct val="150000"/>
              </a:lnSpc>
              <a:buFont typeface="Arial"/>
              <a:buChar char="•"/>
            </a:pPr>
            <a:r>
              <a:rPr lang="pt-BR" altLang="zh-CN" dirty="0" err="1"/>
              <a:t>list.append</a:t>
            </a:r>
            <a:r>
              <a:rPr lang="pt-BR" altLang="zh-CN" dirty="0" smtClean="0"/>
              <a:t>(</a:t>
            </a:r>
            <a:r>
              <a:rPr lang="pt-BR" altLang="zh-CN" dirty="0" err="1" smtClean="0"/>
              <a:t>obj</a:t>
            </a:r>
            <a:r>
              <a:rPr lang="pt-BR" altLang="zh-CN" dirty="0" smtClean="0"/>
              <a:t>) </a:t>
            </a:r>
            <a:r>
              <a:rPr lang="zh-CN" altLang="pt-BR" dirty="0" smtClean="0"/>
              <a:t>在列表末尾添加新元素 </a:t>
            </a:r>
            <a:endParaRPr lang="pt-BR" altLang="zh-CN" dirty="0" smtClean="0">
              <a:effectLst/>
            </a:endParaRPr>
          </a:p>
          <a:p>
            <a:pPr marL="285750" indent="-285750">
              <a:lnSpc>
                <a:spcPct val="150000"/>
              </a:lnSpc>
              <a:buFont typeface="Arial"/>
              <a:buChar char="•"/>
            </a:pPr>
            <a:r>
              <a:rPr lang="pt-BR" altLang="zh-CN" dirty="0" err="1" smtClean="0"/>
              <a:t>list.count</a:t>
            </a:r>
            <a:r>
              <a:rPr lang="pt-BR" altLang="zh-CN" dirty="0" smtClean="0"/>
              <a:t>(</a:t>
            </a:r>
            <a:r>
              <a:rPr lang="pt-BR" altLang="zh-CN" dirty="0" err="1" smtClean="0"/>
              <a:t>obj</a:t>
            </a:r>
            <a:r>
              <a:rPr lang="pt-BR" altLang="zh-CN" dirty="0" smtClean="0"/>
              <a:t>) </a:t>
            </a:r>
            <a:r>
              <a:rPr lang="zh-CN" altLang="pt-BR" dirty="0" smtClean="0"/>
              <a:t>统计某个元素在列表中出现的次数 </a:t>
            </a:r>
            <a:endParaRPr lang="pt-BR" altLang="zh-CN" dirty="0" smtClean="0">
              <a:effectLst/>
            </a:endParaRPr>
          </a:p>
          <a:p>
            <a:pPr marL="285750" indent="-285750">
              <a:lnSpc>
                <a:spcPct val="150000"/>
              </a:lnSpc>
              <a:buFont typeface="Arial"/>
              <a:buChar char="•"/>
            </a:pPr>
            <a:r>
              <a:rPr lang="pt-BR" altLang="zh-CN" dirty="0" err="1" smtClean="0"/>
              <a:t>list.extend</a:t>
            </a:r>
            <a:r>
              <a:rPr lang="pt-BR" altLang="zh-CN" dirty="0" smtClean="0"/>
              <a:t>(</a:t>
            </a:r>
            <a:r>
              <a:rPr lang="pt-BR" altLang="zh-CN" dirty="0" err="1" smtClean="0"/>
              <a:t>seq</a:t>
            </a:r>
            <a:r>
              <a:rPr lang="pt-BR" altLang="zh-CN" dirty="0" smtClean="0"/>
              <a:t>) </a:t>
            </a:r>
            <a:r>
              <a:rPr lang="zh-CN" altLang="pt-BR" dirty="0" smtClean="0"/>
              <a:t>在列表末尾追加另一个序列</a:t>
            </a:r>
            <a:r>
              <a:rPr lang="pt-BR" altLang="zh-CN" dirty="0" smtClean="0"/>
              <a:t>(</a:t>
            </a:r>
            <a:r>
              <a:rPr lang="zh-CN" altLang="pt-BR" dirty="0" smtClean="0"/>
              <a:t>新列表扩展原列表</a:t>
            </a:r>
            <a:r>
              <a:rPr lang="pt-BR" altLang="zh-CN" dirty="0" smtClean="0"/>
              <a:t>) </a:t>
            </a:r>
            <a:endParaRPr lang="pt-BR" altLang="zh-CN" dirty="0" smtClean="0">
              <a:effectLst/>
            </a:endParaRPr>
          </a:p>
          <a:p>
            <a:pPr marL="285750" indent="-285750">
              <a:lnSpc>
                <a:spcPct val="150000"/>
              </a:lnSpc>
              <a:buFont typeface="Arial"/>
              <a:buChar char="•"/>
            </a:pPr>
            <a:r>
              <a:rPr lang="pt-BR" altLang="zh-CN" dirty="0" err="1" smtClean="0"/>
              <a:t>list.index</a:t>
            </a:r>
            <a:r>
              <a:rPr lang="pt-BR" altLang="zh-CN" dirty="0" smtClean="0"/>
              <a:t>(</a:t>
            </a:r>
            <a:r>
              <a:rPr lang="pt-BR" altLang="zh-CN" dirty="0" err="1" smtClean="0"/>
              <a:t>obj</a:t>
            </a:r>
            <a:r>
              <a:rPr lang="pt-BR" altLang="zh-CN" dirty="0" smtClean="0"/>
              <a:t>) </a:t>
            </a:r>
            <a:r>
              <a:rPr lang="zh-CN" altLang="pt-BR" dirty="0" smtClean="0"/>
              <a:t>从列表中找出第一个匹配项的索引位置</a:t>
            </a:r>
            <a:r>
              <a:rPr lang="pt-BR" altLang="zh-CN" dirty="0" smtClean="0"/>
              <a:t>(</a:t>
            </a:r>
            <a:r>
              <a:rPr lang="zh-CN" altLang="pt-BR" dirty="0" smtClean="0"/>
              <a:t>从</a:t>
            </a:r>
            <a:r>
              <a:rPr lang="pt-BR" altLang="zh-CN" dirty="0" smtClean="0"/>
              <a:t>0</a:t>
            </a:r>
            <a:r>
              <a:rPr lang="zh-CN" altLang="pt-BR" dirty="0" smtClean="0"/>
              <a:t>开始</a:t>
            </a:r>
            <a:r>
              <a:rPr lang="pt-BR" altLang="zh-CN" dirty="0" smtClean="0"/>
              <a:t>) </a:t>
            </a:r>
            <a:endParaRPr lang="pt-BR" altLang="zh-CN" dirty="0" smtClean="0">
              <a:effectLst/>
            </a:endParaRPr>
          </a:p>
          <a:p>
            <a:pPr marL="285750" indent="-285750">
              <a:lnSpc>
                <a:spcPct val="150000"/>
              </a:lnSpc>
              <a:buFont typeface="Arial"/>
              <a:buChar char="•"/>
            </a:pPr>
            <a:r>
              <a:rPr lang="pt-BR" altLang="zh-CN" dirty="0" err="1" smtClean="0"/>
              <a:t>list.insert</a:t>
            </a:r>
            <a:r>
              <a:rPr lang="pt-BR" altLang="zh-CN" dirty="0" smtClean="0"/>
              <a:t>(index, </a:t>
            </a:r>
            <a:r>
              <a:rPr lang="pt-BR" altLang="zh-CN" dirty="0" err="1" smtClean="0"/>
              <a:t>obj</a:t>
            </a:r>
            <a:r>
              <a:rPr lang="pt-BR" altLang="zh-CN" dirty="0" smtClean="0"/>
              <a:t>) </a:t>
            </a:r>
            <a:r>
              <a:rPr lang="zh-CN" altLang="pt-BR" dirty="0" smtClean="0"/>
              <a:t>将元素插入到列表指定位置 </a:t>
            </a:r>
            <a:endParaRPr lang="pt-BR" altLang="zh-CN" dirty="0" smtClean="0">
              <a:effectLst/>
            </a:endParaRPr>
          </a:p>
          <a:p>
            <a:pPr marL="285750" indent="-285750">
              <a:lnSpc>
                <a:spcPct val="150000"/>
              </a:lnSpc>
              <a:buFont typeface="Arial"/>
              <a:buChar char="•"/>
            </a:pPr>
            <a:r>
              <a:rPr lang="pt-BR" altLang="zh-CN" dirty="0" err="1" smtClean="0"/>
              <a:t>list.pop</a:t>
            </a:r>
            <a:r>
              <a:rPr lang="pt-BR" altLang="zh-CN" dirty="0" smtClean="0"/>
              <a:t>(</a:t>
            </a:r>
            <a:r>
              <a:rPr lang="pt-BR" altLang="zh-CN" dirty="0" err="1" smtClean="0"/>
              <a:t>obj</a:t>
            </a:r>
            <a:r>
              <a:rPr lang="pt-BR" altLang="zh-CN" dirty="0" smtClean="0"/>
              <a:t>=</a:t>
            </a:r>
            <a:r>
              <a:rPr lang="pt-BR" altLang="zh-CN" dirty="0" err="1" smtClean="0"/>
              <a:t>list</a:t>
            </a:r>
            <a:r>
              <a:rPr lang="pt-BR" altLang="zh-CN" dirty="0" smtClean="0"/>
              <a:t>[-1]) </a:t>
            </a:r>
            <a:r>
              <a:rPr lang="zh-CN" altLang="pt-BR" dirty="0" smtClean="0"/>
              <a:t>移除列表中的一个元素</a:t>
            </a:r>
            <a:r>
              <a:rPr lang="pt-BR" altLang="zh-CN" dirty="0" smtClean="0"/>
              <a:t>(</a:t>
            </a:r>
            <a:r>
              <a:rPr lang="zh-CN" altLang="pt-BR" dirty="0" smtClean="0"/>
              <a:t>默认为最后一个</a:t>
            </a:r>
            <a:r>
              <a:rPr lang="pt-BR" altLang="zh-CN" dirty="0" smtClean="0"/>
              <a:t>), </a:t>
            </a:r>
            <a:r>
              <a:rPr lang="zh-CN" altLang="pt-BR" dirty="0" smtClean="0"/>
              <a:t>并返回该元素的值 </a:t>
            </a:r>
            <a:endParaRPr lang="pt-BR" altLang="zh-CN" dirty="0" smtClean="0">
              <a:effectLst/>
            </a:endParaRPr>
          </a:p>
          <a:p>
            <a:pPr marL="285750" indent="-285750">
              <a:lnSpc>
                <a:spcPct val="150000"/>
              </a:lnSpc>
              <a:buFont typeface="Arial"/>
              <a:buChar char="•"/>
            </a:pPr>
            <a:r>
              <a:rPr lang="pt-BR" altLang="zh-CN" dirty="0" err="1" smtClean="0"/>
              <a:t>list.remove</a:t>
            </a:r>
            <a:r>
              <a:rPr lang="pt-BR" altLang="zh-CN" dirty="0" smtClean="0"/>
              <a:t>(</a:t>
            </a:r>
            <a:r>
              <a:rPr lang="pt-BR" altLang="zh-CN" dirty="0" err="1" smtClean="0"/>
              <a:t>obj</a:t>
            </a:r>
            <a:r>
              <a:rPr lang="pt-BR" altLang="zh-CN" dirty="0" smtClean="0"/>
              <a:t>) </a:t>
            </a:r>
            <a:r>
              <a:rPr lang="zh-CN" altLang="pt-BR" dirty="0" smtClean="0"/>
              <a:t>移除列表中某个值的第一个匹配项 </a:t>
            </a:r>
            <a:endParaRPr lang="en-US" altLang="zh-CN" dirty="0" smtClean="0"/>
          </a:p>
          <a:p>
            <a:pPr marL="285750" indent="-285750">
              <a:lnSpc>
                <a:spcPct val="150000"/>
              </a:lnSpc>
              <a:buFont typeface="Arial"/>
              <a:buChar char="•"/>
            </a:pPr>
            <a:r>
              <a:rPr lang="pt-BR" altLang="zh-CN" dirty="0" err="1" smtClean="0"/>
              <a:t>list.reverse</a:t>
            </a:r>
            <a:r>
              <a:rPr lang="pt-BR" altLang="zh-CN" dirty="0" smtClean="0"/>
              <a:t>() </a:t>
            </a:r>
            <a:r>
              <a:rPr lang="zh-CN" altLang="pt-BR" dirty="0" smtClean="0"/>
              <a:t>倒转列表中元素</a:t>
            </a:r>
            <a:br>
              <a:rPr lang="zh-CN" altLang="pt-BR" dirty="0" smtClean="0"/>
            </a:br>
            <a:r>
              <a:rPr lang="pt-BR" altLang="zh-CN" dirty="0" err="1" smtClean="0"/>
              <a:t>list.sort</a:t>
            </a:r>
            <a:r>
              <a:rPr lang="pt-BR" altLang="zh-CN" dirty="0" smtClean="0"/>
              <a:t>([</a:t>
            </a:r>
            <a:r>
              <a:rPr lang="pt-BR" altLang="zh-CN" dirty="0" err="1" smtClean="0"/>
              <a:t>func</a:t>
            </a:r>
            <a:r>
              <a:rPr lang="pt-BR" altLang="zh-CN" dirty="0" smtClean="0"/>
              <a:t>]) </a:t>
            </a:r>
            <a:r>
              <a:rPr lang="zh-CN" altLang="pt-BR" dirty="0" smtClean="0"/>
              <a:t>对原列表进行排序 </a:t>
            </a:r>
            <a:endParaRPr lang="pt-BR" altLang="zh-CN" dirty="0" smtClean="0">
              <a:effectLst/>
            </a:endParaRPr>
          </a:p>
        </p:txBody>
      </p:sp>
    </p:spTree>
    <p:extLst>
      <p:ext uri="{BB962C8B-B14F-4D97-AF65-F5344CB8AC3E}">
        <p14:creationId xmlns:p14="http://schemas.microsoft.com/office/powerpoint/2010/main" val="1296256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37125" y="200898"/>
            <a:ext cx="6037586" cy="6324808"/>
          </a:xfrm>
          <a:prstGeom prst="rect">
            <a:avLst/>
          </a:prstGeom>
        </p:spPr>
        <p:txBody>
          <a:bodyPr wrap="square">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pPr>
              <a:lnSpc>
                <a:spcPct val="150000"/>
              </a:lnSpc>
            </a:pPr>
            <a:endParaRPr kumimoji="1" lang="en-US" altLang="zh-CN" dirty="0" smtClean="0">
              <a:latin typeface="+mn-ea"/>
            </a:endParaRPr>
          </a:p>
          <a:p>
            <a:pPr marL="285750" indent="-285750">
              <a:lnSpc>
                <a:spcPct val="150000"/>
              </a:lnSpc>
              <a:buFont typeface="Wingdings" charset="2"/>
              <a:buChar char="Ø"/>
            </a:pPr>
            <a:r>
              <a:rPr lang="zh-CN" altLang="pt-BR" dirty="0"/>
              <a:t>元组</a:t>
            </a:r>
            <a:r>
              <a:rPr lang="pt-BR" altLang="zh-CN" dirty="0"/>
              <a:t>(</a:t>
            </a:r>
            <a:r>
              <a:rPr lang="pt-BR" altLang="zh-CN" dirty="0" err="1"/>
              <a:t>tuple</a:t>
            </a:r>
            <a:r>
              <a:rPr lang="pt-BR" altLang="zh-CN" dirty="0"/>
              <a:t>) </a:t>
            </a:r>
            <a:endParaRPr lang="pt-BR" altLang="zh-CN" dirty="0" smtClean="0">
              <a:effectLst/>
            </a:endParaRPr>
          </a:p>
          <a:p>
            <a:pPr lvl="1">
              <a:lnSpc>
                <a:spcPct val="150000"/>
              </a:lnSpc>
            </a:pPr>
            <a:r>
              <a:rPr lang="pt-BR" altLang="zh-CN" dirty="0" err="1"/>
              <a:t>tupl</a:t>
            </a:r>
            <a:r>
              <a:rPr lang="pt-BR" altLang="zh-CN" dirty="0"/>
              <a:t> = ('a', '</a:t>
            </a:r>
            <a:r>
              <a:rPr lang="pt-BR" altLang="zh-CN" dirty="0" err="1"/>
              <a:t>bc</a:t>
            </a:r>
            <a:r>
              <a:rPr lang="pt-BR" altLang="zh-CN" dirty="0"/>
              <a:t>', 1, 2) </a:t>
            </a:r>
            <a:endParaRPr lang="pt-BR" altLang="zh-CN" dirty="0" smtClean="0">
              <a:effectLst/>
            </a:endParaRPr>
          </a:p>
          <a:p>
            <a:pPr lvl="1">
              <a:lnSpc>
                <a:spcPct val="150000"/>
              </a:lnSpc>
            </a:pPr>
            <a:r>
              <a:rPr lang="pt-BR" altLang="zh-CN" dirty="0"/>
              <a:t>num = (1, 3, 5, 7, 9) </a:t>
            </a:r>
            <a:endParaRPr lang="pt-BR" altLang="zh-CN" dirty="0" smtClean="0">
              <a:effectLst/>
            </a:endParaRPr>
          </a:p>
          <a:p>
            <a:pPr marL="285750" indent="-285750">
              <a:lnSpc>
                <a:spcPct val="150000"/>
              </a:lnSpc>
              <a:buFont typeface="Arial"/>
              <a:buChar char="•"/>
            </a:pPr>
            <a:r>
              <a:rPr lang="zh-CN" altLang="pt-BR" dirty="0" smtClean="0"/>
              <a:t>元素访问 </a:t>
            </a:r>
            <a:endParaRPr lang="pt-BR" altLang="zh-CN" dirty="0" smtClean="0">
              <a:effectLst/>
            </a:endParaRPr>
          </a:p>
          <a:p>
            <a:pPr lvl="1">
              <a:lnSpc>
                <a:spcPct val="150000"/>
              </a:lnSpc>
            </a:pPr>
            <a:r>
              <a:rPr lang="pt-BR" altLang="zh-CN" dirty="0"/>
              <a:t>num[2:5], num[:-3] </a:t>
            </a:r>
            <a:endParaRPr lang="pt-BR" altLang="zh-CN" dirty="0" smtClean="0">
              <a:effectLst/>
            </a:endParaRPr>
          </a:p>
          <a:p>
            <a:pPr marL="285750" indent="-285750">
              <a:lnSpc>
                <a:spcPct val="150000"/>
              </a:lnSpc>
              <a:buFont typeface="Arial"/>
              <a:buChar char="•"/>
            </a:pPr>
            <a:r>
              <a:rPr lang="zh-CN" altLang="pt-BR" dirty="0" smtClean="0"/>
              <a:t>元素修改</a:t>
            </a:r>
            <a:r>
              <a:rPr lang="pt-BR" altLang="zh-CN" dirty="0"/>
              <a:t>(</a:t>
            </a:r>
            <a:r>
              <a:rPr lang="zh-CN" altLang="pt-BR" dirty="0"/>
              <a:t>不允许</a:t>
            </a:r>
            <a:r>
              <a:rPr lang="pt-BR" altLang="zh-CN" dirty="0"/>
              <a:t>) </a:t>
            </a:r>
            <a:endParaRPr lang="pt-BR" altLang="zh-CN" dirty="0" smtClean="0">
              <a:effectLst/>
            </a:endParaRPr>
          </a:p>
          <a:p>
            <a:pPr>
              <a:lnSpc>
                <a:spcPct val="150000"/>
              </a:lnSpc>
            </a:pPr>
            <a:r>
              <a:rPr lang="pt-BR" altLang="zh-CN" dirty="0" smtClean="0"/>
              <a:t>	num</a:t>
            </a:r>
            <a:r>
              <a:rPr lang="pt-BR" altLang="zh-CN" dirty="0"/>
              <a:t>[0] = 2</a:t>
            </a:r>
            <a:r>
              <a:rPr lang="pt-BR" altLang="zh-CN" dirty="0" smtClean="0"/>
              <a:t>(</a:t>
            </a:r>
            <a:r>
              <a:rPr lang="zh-CN" altLang="pt-BR" dirty="0" smtClean="0">
                <a:solidFill>
                  <a:srgbClr val="FF0000"/>
                </a:solidFill>
              </a:rPr>
              <a:t>非法</a:t>
            </a:r>
            <a:r>
              <a:rPr lang="pt-BR" altLang="zh-CN" dirty="0"/>
              <a:t>) </a:t>
            </a:r>
            <a:endParaRPr lang="pt-BR" altLang="zh-CN" dirty="0" smtClean="0">
              <a:effectLst/>
            </a:endParaRPr>
          </a:p>
          <a:p>
            <a:pPr marL="285750" indent="-285750">
              <a:lnSpc>
                <a:spcPct val="150000"/>
              </a:lnSpc>
              <a:buFont typeface="Arial"/>
              <a:buChar char="•"/>
            </a:pPr>
            <a:r>
              <a:rPr lang="zh-CN" altLang="pt-BR" dirty="0" smtClean="0"/>
              <a:t>元素删除</a:t>
            </a:r>
            <a:r>
              <a:rPr lang="pt-BR" altLang="zh-CN" dirty="0"/>
              <a:t>(</a:t>
            </a:r>
            <a:r>
              <a:rPr lang="zh-CN" altLang="pt-BR" dirty="0"/>
              <a:t>不允许</a:t>
            </a:r>
            <a:r>
              <a:rPr lang="pt-BR" altLang="zh-CN" dirty="0"/>
              <a:t>) </a:t>
            </a:r>
            <a:endParaRPr lang="pt-BR" altLang="zh-CN" dirty="0" smtClean="0">
              <a:effectLst/>
            </a:endParaRPr>
          </a:p>
          <a:p>
            <a:pPr lvl="1">
              <a:lnSpc>
                <a:spcPct val="150000"/>
              </a:lnSpc>
            </a:pPr>
            <a:r>
              <a:rPr lang="zh-CN" altLang="pt-BR" dirty="0"/>
              <a:t>使用</a:t>
            </a:r>
            <a:r>
              <a:rPr lang="pt-BR" altLang="zh-CN" dirty="0" err="1"/>
              <a:t>del</a:t>
            </a:r>
            <a:r>
              <a:rPr lang="zh-CN" altLang="pt-BR" dirty="0"/>
              <a:t>语句删除整个元组 </a:t>
            </a:r>
            <a:endParaRPr lang="pt-BR" altLang="zh-CN" dirty="0" smtClean="0">
              <a:effectLst/>
            </a:endParaRPr>
          </a:p>
          <a:p>
            <a:pPr lvl="1">
              <a:lnSpc>
                <a:spcPct val="150000"/>
              </a:lnSpc>
            </a:pPr>
            <a:r>
              <a:rPr lang="pt-BR" altLang="zh-CN" dirty="0" err="1"/>
              <a:t>del</a:t>
            </a:r>
            <a:r>
              <a:rPr lang="pt-BR" altLang="zh-CN" dirty="0"/>
              <a:t> num </a:t>
            </a:r>
            <a:endParaRPr lang="pt-BR" altLang="zh-CN" dirty="0" smtClean="0">
              <a:effectLst/>
            </a:endParaRPr>
          </a:p>
          <a:p>
            <a:pPr>
              <a:lnSpc>
                <a:spcPct val="150000"/>
              </a:lnSpc>
            </a:pPr>
            <a:r>
              <a:rPr lang="pt-BR" altLang="zh-CN" dirty="0"/>
              <a:t>–  </a:t>
            </a:r>
            <a:r>
              <a:rPr lang="zh-CN" altLang="pt-BR" dirty="0"/>
              <a:t>定义后元素个数不可改变 </a:t>
            </a:r>
            <a:endParaRPr lang="pt-BR" altLang="zh-CN" dirty="0" smtClean="0">
              <a:effectLst/>
            </a:endParaRPr>
          </a:p>
          <a:p>
            <a:pPr>
              <a:lnSpc>
                <a:spcPct val="150000"/>
              </a:lnSpc>
            </a:pPr>
            <a:r>
              <a:rPr lang="pt-BR" altLang="zh-CN" dirty="0"/>
              <a:t>–  </a:t>
            </a:r>
            <a:r>
              <a:rPr lang="zh-CN" altLang="pt-BR" dirty="0"/>
              <a:t>与列表相比</a:t>
            </a:r>
            <a:r>
              <a:rPr lang="pt-BR" altLang="zh-CN" dirty="0"/>
              <a:t>,</a:t>
            </a:r>
            <a:r>
              <a:rPr lang="zh-CN" altLang="pt-BR" dirty="0"/>
              <a:t>操作速度快 </a:t>
            </a:r>
            <a:endParaRPr lang="pt-BR" altLang="zh-CN" dirty="0" smtClean="0">
              <a:effectLst/>
            </a:endParaRPr>
          </a:p>
          <a:p>
            <a:endParaRPr kumimoji="1" lang="en-US" altLang="zh-CN" dirty="0" smtClean="0">
              <a:latin typeface="+mn-ea"/>
            </a:endParaRPr>
          </a:p>
        </p:txBody>
      </p:sp>
      <p:sp>
        <p:nvSpPr>
          <p:cNvPr id="5" name="矩形 4"/>
          <p:cNvSpPr/>
          <p:nvPr/>
        </p:nvSpPr>
        <p:spPr>
          <a:xfrm>
            <a:off x="4088711" y="1529671"/>
            <a:ext cx="4572000" cy="3393237"/>
          </a:xfrm>
          <a:prstGeom prst="rect">
            <a:avLst/>
          </a:prstGeom>
          <a:ln>
            <a:solidFill>
              <a:srgbClr val="000000"/>
            </a:solidFill>
            <a:prstDash val="sysDash"/>
          </a:ln>
        </p:spPr>
        <p:txBody>
          <a:bodyPr>
            <a:spAutoFit/>
          </a:bodyPr>
          <a:lstStyle/>
          <a:p>
            <a:pPr marL="285750" indent="-285750">
              <a:lnSpc>
                <a:spcPct val="150000"/>
              </a:lnSpc>
              <a:buFont typeface="Arial"/>
              <a:buChar char="•"/>
            </a:pPr>
            <a:r>
              <a:rPr lang="en-US" altLang="zh-CN" dirty="0" err="1"/>
              <a:t>len</a:t>
            </a:r>
            <a:r>
              <a:rPr lang="en-US" altLang="zh-CN" dirty="0"/>
              <a:t>(tuple) </a:t>
            </a:r>
            <a:r>
              <a:rPr lang="zh-CN" altLang="en-US" dirty="0"/>
              <a:t>返回元组元素个数 </a:t>
            </a:r>
            <a:endParaRPr lang="en-US" altLang="zh-CN" dirty="0"/>
          </a:p>
          <a:p>
            <a:pPr marL="285750" indent="-285750">
              <a:lnSpc>
                <a:spcPct val="150000"/>
              </a:lnSpc>
              <a:buFont typeface="Arial"/>
              <a:buChar char="•"/>
            </a:pPr>
            <a:r>
              <a:rPr lang="en-US" altLang="zh-CN" dirty="0"/>
              <a:t>max(tuple) </a:t>
            </a:r>
            <a:r>
              <a:rPr lang="zh-CN" altLang="en-US" dirty="0"/>
              <a:t>返回元组中元素最大值 </a:t>
            </a:r>
            <a:endParaRPr lang="en-US" altLang="zh-CN" dirty="0"/>
          </a:p>
          <a:p>
            <a:pPr marL="285750" indent="-285750">
              <a:lnSpc>
                <a:spcPct val="150000"/>
              </a:lnSpc>
              <a:buFont typeface="Arial"/>
              <a:buChar char="•"/>
            </a:pPr>
            <a:r>
              <a:rPr lang="en-US" altLang="zh-CN" dirty="0"/>
              <a:t>min(tuple) </a:t>
            </a:r>
            <a:r>
              <a:rPr lang="zh-CN" altLang="en-US" dirty="0"/>
              <a:t>返回元组中元素最小值 </a:t>
            </a:r>
            <a:endParaRPr lang="en-US" altLang="zh-CN" dirty="0"/>
          </a:p>
          <a:p>
            <a:pPr marL="285750" indent="-285750">
              <a:lnSpc>
                <a:spcPct val="150000"/>
              </a:lnSpc>
              <a:buFont typeface="Arial"/>
              <a:buChar char="•"/>
            </a:pPr>
            <a:r>
              <a:rPr lang="en-US" altLang="zh-CN" dirty="0"/>
              <a:t>tuple(</a:t>
            </a:r>
            <a:r>
              <a:rPr lang="en-US" altLang="zh-CN" dirty="0" err="1"/>
              <a:t>seq</a:t>
            </a:r>
            <a:r>
              <a:rPr lang="en-US" altLang="zh-CN" dirty="0"/>
              <a:t>) </a:t>
            </a:r>
            <a:r>
              <a:rPr lang="zh-CN" altLang="en-US" dirty="0"/>
              <a:t>将列表转换为元组</a:t>
            </a:r>
          </a:p>
          <a:p>
            <a:pPr marL="285750" indent="-285750">
              <a:lnSpc>
                <a:spcPct val="150000"/>
              </a:lnSpc>
              <a:buFont typeface="Arial"/>
              <a:buChar char="•"/>
            </a:pPr>
            <a:r>
              <a:rPr lang="pt-BR" altLang="zh-CN" dirty="0"/>
              <a:t>(1,2,3) + (4,5) = (1, 2, 3, 4, 5)</a:t>
            </a:r>
          </a:p>
          <a:p>
            <a:pPr marL="285750" indent="-285750">
              <a:lnSpc>
                <a:spcPct val="150000"/>
              </a:lnSpc>
              <a:buFont typeface="Arial"/>
              <a:buChar char="•"/>
            </a:pPr>
            <a:r>
              <a:rPr lang="pt-BR" altLang="zh-CN" dirty="0"/>
              <a:t> [1,2,3] + [4,5] = [1, 2, 3, 4, 5]</a:t>
            </a:r>
          </a:p>
          <a:p>
            <a:pPr marL="285750" indent="-285750">
              <a:lnSpc>
                <a:spcPct val="150000"/>
              </a:lnSpc>
              <a:buFont typeface="Arial"/>
              <a:buChar char="•"/>
            </a:pPr>
            <a:r>
              <a:rPr lang="pt-BR" altLang="zh-CN" dirty="0"/>
              <a:t>(1,2,3) * 2 = (1, 2, 3, 1, 2, 3) </a:t>
            </a:r>
          </a:p>
          <a:p>
            <a:pPr marL="285750" indent="-285750">
              <a:lnSpc>
                <a:spcPct val="150000"/>
              </a:lnSpc>
              <a:buFont typeface="Arial"/>
              <a:buChar char="•"/>
            </a:pPr>
            <a:r>
              <a:rPr lang="pt-BR" altLang="zh-CN" dirty="0"/>
              <a:t>[1,2,3] * 2 = [1, 2, 3, 1, 2, 3]</a:t>
            </a:r>
            <a:endParaRPr lang="zh-CN" altLang="en-US" dirty="0"/>
          </a:p>
        </p:txBody>
      </p:sp>
    </p:spTree>
    <p:extLst>
      <p:ext uri="{BB962C8B-B14F-4D97-AF65-F5344CB8AC3E}">
        <p14:creationId xmlns:p14="http://schemas.microsoft.com/office/powerpoint/2010/main" val="3403327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37125" y="200898"/>
            <a:ext cx="6037586" cy="5355312"/>
          </a:xfrm>
          <a:prstGeom prst="rect">
            <a:avLst/>
          </a:prstGeom>
        </p:spPr>
        <p:txBody>
          <a:bodyPr wrap="square">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endParaRPr kumimoji="1" lang="en-US" altLang="zh-CN" dirty="0" smtClean="0">
              <a:latin typeface="+mn-ea"/>
            </a:endParaRPr>
          </a:p>
          <a:p>
            <a:pPr marL="285750" indent="-285750">
              <a:lnSpc>
                <a:spcPct val="150000"/>
              </a:lnSpc>
              <a:buFont typeface="Wingdings" charset="2"/>
              <a:buChar char="Ø"/>
            </a:pPr>
            <a:r>
              <a:rPr lang="zh-CN" altLang="en-US" dirty="0" smtClean="0"/>
              <a:t>字典</a:t>
            </a:r>
            <a:r>
              <a:rPr lang="en-US" altLang="zh-CN" dirty="0" smtClean="0"/>
              <a:t>(dictionary)</a:t>
            </a:r>
            <a:br>
              <a:rPr lang="en-US" altLang="zh-CN" dirty="0" smtClean="0"/>
            </a:br>
            <a:r>
              <a:rPr lang="en-US" altLang="zh-CN" dirty="0" err="1" smtClean="0"/>
              <a:t>dict</a:t>
            </a:r>
            <a:r>
              <a:rPr lang="en-US" altLang="zh-CN" dirty="0" smtClean="0"/>
              <a:t> = {'name': 'Zara', 'age': 7, 'class': 'First'}</a:t>
            </a:r>
          </a:p>
          <a:p>
            <a:pPr marL="285750" indent="-285750">
              <a:lnSpc>
                <a:spcPct val="150000"/>
              </a:lnSpc>
              <a:buFont typeface="Arial"/>
              <a:buChar char="•"/>
            </a:pPr>
            <a:r>
              <a:rPr lang="zh-CN" altLang="en-US" dirty="0" smtClean="0"/>
              <a:t>元素访问</a:t>
            </a:r>
            <a:r>
              <a:rPr lang="en-US" altLang="zh-CN" dirty="0"/>
              <a:t/>
            </a:r>
            <a:br>
              <a:rPr lang="en-US" altLang="zh-CN" dirty="0"/>
            </a:br>
            <a:r>
              <a:rPr lang="en-US" altLang="zh-CN" dirty="0" err="1" smtClean="0"/>
              <a:t>dict</a:t>
            </a:r>
            <a:r>
              <a:rPr lang="en-US" altLang="zh-CN" dirty="0" smtClean="0"/>
              <a:t>['name']</a:t>
            </a:r>
          </a:p>
          <a:p>
            <a:pPr marL="285750" indent="-285750">
              <a:lnSpc>
                <a:spcPct val="150000"/>
              </a:lnSpc>
              <a:buFont typeface="Arial"/>
              <a:buChar char="•"/>
            </a:pPr>
            <a:r>
              <a:rPr lang="zh-CN" altLang="en-US" dirty="0" smtClean="0"/>
              <a:t>元素修改</a:t>
            </a:r>
            <a:r>
              <a:rPr lang="en-US" altLang="zh-CN" dirty="0"/>
              <a:t/>
            </a:r>
            <a:br>
              <a:rPr lang="en-US" altLang="zh-CN" dirty="0"/>
            </a:br>
            <a:r>
              <a:rPr lang="en-US" altLang="zh-CN" dirty="0" err="1" smtClean="0"/>
              <a:t>dict</a:t>
            </a:r>
            <a:r>
              <a:rPr lang="en-US" altLang="zh-CN" dirty="0" smtClean="0"/>
              <a:t>['age'] = 8</a:t>
            </a:r>
          </a:p>
          <a:p>
            <a:pPr marL="285750" indent="-285750">
              <a:lnSpc>
                <a:spcPct val="150000"/>
              </a:lnSpc>
              <a:buFont typeface="Arial"/>
              <a:buChar char="•"/>
            </a:pPr>
            <a:r>
              <a:rPr lang="zh-CN" altLang="en-US" dirty="0" smtClean="0"/>
              <a:t>元素删除</a:t>
            </a:r>
            <a:r>
              <a:rPr lang="en-US" altLang="zh-CN" dirty="0"/>
              <a:t/>
            </a:r>
            <a:br>
              <a:rPr lang="en-US" altLang="zh-CN" dirty="0"/>
            </a:br>
            <a:r>
              <a:rPr lang="en-US" altLang="zh-CN" dirty="0" smtClean="0"/>
              <a:t>del </a:t>
            </a:r>
            <a:r>
              <a:rPr lang="en-US" altLang="zh-CN" dirty="0" err="1" smtClean="0"/>
              <a:t>dict</a:t>
            </a:r>
            <a:r>
              <a:rPr lang="en-US" altLang="zh-CN" dirty="0" smtClean="0"/>
              <a:t>['name’]</a:t>
            </a:r>
            <a:br>
              <a:rPr lang="en-US" altLang="zh-CN" dirty="0" smtClean="0"/>
            </a:br>
            <a:r>
              <a:rPr lang="en-US" altLang="zh-CN" dirty="0" smtClean="0"/>
              <a:t>del </a:t>
            </a:r>
            <a:r>
              <a:rPr lang="en-US" altLang="zh-CN" dirty="0" err="1" smtClean="0"/>
              <a:t>dict</a:t>
            </a:r>
            <a:endParaRPr lang="en-US" altLang="zh-CN" dirty="0" smtClean="0"/>
          </a:p>
          <a:p>
            <a:pPr marL="285750" indent="-285750">
              <a:lnSpc>
                <a:spcPct val="150000"/>
              </a:lnSpc>
              <a:buFont typeface="Arial"/>
              <a:buChar char="•"/>
            </a:pPr>
            <a:r>
              <a:rPr lang="zh-CN" altLang="en-US" dirty="0" smtClean="0"/>
              <a:t>通过键存取值</a:t>
            </a:r>
          </a:p>
          <a:p>
            <a:endParaRPr kumimoji="1" lang="en-US" altLang="zh-CN" dirty="0" smtClean="0">
              <a:latin typeface="+mn-ea"/>
            </a:endParaRPr>
          </a:p>
        </p:txBody>
      </p:sp>
    </p:spTree>
    <p:extLst>
      <p:ext uri="{BB962C8B-B14F-4D97-AF65-F5344CB8AC3E}">
        <p14:creationId xmlns:p14="http://schemas.microsoft.com/office/powerpoint/2010/main" val="1696550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37125" y="200898"/>
            <a:ext cx="6037586" cy="3970318"/>
          </a:xfrm>
          <a:prstGeom prst="rect">
            <a:avLst/>
          </a:prstGeom>
        </p:spPr>
        <p:txBody>
          <a:bodyPr wrap="square">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endParaRPr kumimoji="1" lang="en-US" altLang="zh-CN" dirty="0" smtClean="0">
              <a:latin typeface="+mn-ea"/>
            </a:endParaRPr>
          </a:p>
          <a:p>
            <a:pPr marL="285750" indent="-285750">
              <a:buFont typeface="Arial"/>
              <a:buChar char="•"/>
            </a:pPr>
            <a:r>
              <a:rPr kumimoji="1" lang="zh-CN" altLang="en-US" dirty="0" smtClean="0">
                <a:latin typeface="+mn-ea"/>
              </a:rPr>
              <a:t>数据类型</a:t>
            </a:r>
            <a:r>
              <a:rPr kumimoji="1" lang="zh-CN" altLang="en-US" dirty="0" smtClean="0">
                <a:latin typeface="+mn-ea"/>
              </a:rPr>
              <a:t>：整数、</a:t>
            </a:r>
            <a:r>
              <a:rPr kumimoji="1" lang="zh-CN" altLang="en-US" dirty="0" smtClean="0">
                <a:latin typeface="+mn-ea"/>
              </a:rPr>
              <a:t>布尔型</a:t>
            </a:r>
            <a:r>
              <a:rPr kumimoji="1" lang="zh-CN" altLang="en-US" dirty="0" smtClean="0">
                <a:latin typeface="+mn-ea"/>
              </a:rPr>
              <a:t>、浮点数和复数</a:t>
            </a:r>
            <a:endParaRPr kumimoji="1" lang="en-US" altLang="zh-CN" dirty="0" smtClean="0">
              <a:latin typeface="+mn-ea"/>
            </a:endParaRPr>
          </a:p>
          <a:p>
            <a:pPr marL="285750" indent="-285750">
              <a:buFont typeface="Arial"/>
              <a:buChar char="•"/>
            </a:pPr>
            <a:r>
              <a:rPr kumimoji="1" lang="zh-CN" altLang="en-US" dirty="0" smtClean="0">
                <a:latin typeface="+mn-ea"/>
              </a:rPr>
              <a:t>字符串：单引号和双引号</a:t>
            </a:r>
            <a:endParaRPr kumimoji="1" lang="en-US" altLang="zh-CN" dirty="0" smtClean="0">
              <a:latin typeface="+mn-ea"/>
            </a:endParaRPr>
          </a:p>
          <a:p>
            <a:pPr marL="285750" indent="-285750">
              <a:buFont typeface="Arial"/>
              <a:buChar char="•"/>
            </a:pPr>
            <a:r>
              <a:rPr lang="zh-CN" altLang="en-US" dirty="0">
                <a:latin typeface="+mn-ea"/>
              </a:rPr>
              <a:t>对</a:t>
            </a:r>
            <a:r>
              <a:rPr lang="zh-CN" altLang="en-US" dirty="0" smtClean="0">
                <a:latin typeface="+mn-ea"/>
              </a:rPr>
              <a:t>象</a:t>
            </a:r>
            <a:r>
              <a:rPr lang="zh-CN" altLang="en-US" dirty="0" smtClean="0">
                <a:latin typeface="+mn-ea"/>
              </a:rPr>
              <a:t>：</a:t>
            </a:r>
            <a:r>
              <a:rPr lang="en-US" altLang="zh-CN" dirty="0" err="1" smtClean="0">
                <a:latin typeface="+mn-ea"/>
              </a:rPr>
              <a:t>self.xvalue</a:t>
            </a:r>
            <a:r>
              <a:rPr lang="zh-CN" altLang="zh-CN" dirty="0" smtClean="0">
                <a:latin typeface="+mn-ea"/>
              </a:rPr>
              <a:t>(</a:t>
            </a:r>
            <a:r>
              <a:rPr lang="en-US" altLang="zh-CN" dirty="0" smtClean="0">
                <a:latin typeface="+mn-ea"/>
              </a:rPr>
              <a:t>)</a:t>
            </a:r>
          </a:p>
          <a:p>
            <a:pPr marL="285750" indent="-285750">
              <a:buFont typeface="Arial"/>
              <a:buChar char="•"/>
            </a:pPr>
            <a:r>
              <a:rPr lang="zh-CN" altLang="en-US" dirty="0" smtClean="0"/>
              <a:t>缩进</a:t>
            </a:r>
            <a:r>
              <a:rPr lang="zh-CN" altLang="zh-CN" dirty="0" smtClean="0"/>
              <a:t>：</a:t>
            </a:r>
            <a:r>
              <a:rPr lang="zh-CN" altLang="en-US" dirty="0" smtClean="0"/>
              <a:t>每</a:t>
            </a:r>
            <a:r>
              <a:rPr lang="en-US" altLang="zh-CN" dirty="0" smtClean="0"/>
              <a:t>4</a:t>
            </a:r>
            <a:r>
              <a:rPr lang="zh-CN" altLang="en-US" dirty="0" smtClean="0"/>
              <a:t>个空格（</a:t>
            </a:r>
            <a:r>
              <a:rPr lang="en-US" altLang="zh-CN" dirty="0" smtClean="0"/>
              <a:t>whitespace</a:t>
            </a:r>
            <a:r>
              <a:rPr lang="zh-CN" altLang="en-US" dirty="0" smtClean="0"/>
              <a:t>）代表一个缩进层，每个逻辑之间的缩进决定了该行的归属。</a:t>
            </a:r>
            <a:endParaRPr lang="en-US" altLang="zh-CN" dirty="0" smtClean="0"/>
          </a:p>
          <a:p>
            <a:pPr marL="285750" indent="-285750">
              <a:buFont typeface="Arial"/>
              <a:buChar char="•"/>
            </a:pPr>
            <a:r>
              <a:rPr kumimoji="1" lang="zh-CN" altLang="en-US" dirty="0" smtClean="0">
                <a:latin typeface="+mn-ea"/>
              </a:rPr>
              <a:t>运算符：大部分与</a:t>
            </a:r>
            <a:r>
              <a:rPr kumimoji="1" lang="en-US" altLang="zh-CN" dirty="0" err="1" smtClean="0">
                <a:latin typeface="+mn-ea"/>
              </a:rPr>
              <a:t>Matlab</a:t>
            </a:r>
            <a:r>
              <a:rPr kumimoji="1" lang="zh-CN" altLang="en-US" dirty="0" smtClean="0">
                <a:latin typeface="+mn-ea"/>
              </a:rPr>
              <a:t>相同，特殊的如：</a:t>
            </a:r>
            <a:r>
              <a:rPr kumimoji="1" lang="en-US" altLang="zh-CN" dirty="0" smtClean="0">
                <a:latin typeface="+mn-ea"/>
              </a:rPr>
              <a:t/>
            </a:r>
            <a:br>
              <a:rPr kumimoji="1" lang="en-US" altLang="zh-CN" dirty="0" smtClean="0">
                <a:latin typeface="+mn-ea"/>
              </a:rPr>
            </a:br>
            <a:r>
              <a:rPr kumimoji="1" lang="zh-CN" altLang="en-US" dirty="0" smtClean="0">
                <a:latin typeface="+mn-ea"/>
              </a:rPr>
              <a:t>除法：</a:t>
            </a:r>
            <a:r>
              <a:rPr kumimoji="1" lang="en-US" altLang="zh-CN" dirty="0" smtClean="0">
                <a:latin typeface="+mn-ea"/>
              </a:rPr>
              <a:t>5/2</a:t>
            </a:r>
            <a:r>
              <a:rPr kumimoji="1" lang="en-US" altLang="zh-CN" dirty="0" smtClean="0">
                <a:latin typeface="+mn-ea"/>
              </a:rPr>
              <a:t>=2</a:t>
            </a:r>
            <a:r>
              <a:rPr kumimoji="1" lang="zh-CN" altLang="en-US" dirty="0" smtClean="0">
                <a:latin typeface="+mn-ea"/>
              </a:rPr>
              <a:t>     </a:t>
            </a:r>
            <a:r>
              <a:rPr kumimoji="1" lang="en-US" altLang="zh-CN" dirty="0" smtClean="0">
                <a:latin typeface="+mn-ea"/>
              </a:rPr>
              <a:t>5.0/2=2.5</a:t>
            </a:r>
            <a:br>
              <a:rPr kumimoji="1" lang="en-US" altLang="zh-CN" dirty="0" smtClean="0">
                <a:latin typeface="+mn-ea"/>
              </a:rPr>
            </a:br>
            <a:r>
              <a:rPr kumimoji="1" lang="zh-CN" altLang="en-US" dirty="0" smtClean="0">
                <a:latin typeface="+mn-ea"/>
              </a:rPr>
              <a:t>幂：</a:t>
            </a:r>
            <a:r>
              <a:rPr kumimoji="1" lang="en-US" altLang="zh-CN" dirty="0" smtClean="0">
                <a:latin typeface="+mn-ea"/>
              </a:rPr>
              <a:t>2</a:t>
            </a:r>
            <a:r>
              <a:rPr kumimoji="1" lang="zh-CN" altLang="en-US" dirty="0" smtClean="0">
                <a:latin typeface="+mn-ea"/>
              </a:rPr>
              <a:t>**</a:t>
            </a:r>
            <a:r>
              <a:rPr kumimoji="1" lang="zh-CN" altLang="zh-CN" dirty="0" smtClean="0">
                <a:latin typeface="+mn-ea"/>
              </a:rPr>
              <a:t>3</a:t>
            </a:r>
            <a:r>
              <a:rPr kumimoji="1" lang="en-US" altLang="zh-CN" dirty="0" smtClean="0">
                <a:latin typeface="+mn-ea"/>
              </a:rPr>
              <a:t>=8</a:t>
            </a:r>
            <a:endParaRPr kumimoji="1" lang="en-US" altLang="zh-CN" dirty="0">
              <a:latin typeface="+mn-ea"/>
            </a:endParaRPr>
          </a:p>
          <a:p>
            <a:pPr marL="285750" indent="-285750">
              <a:buFont typeface="Arial"/>
              <a:buChar char="•"/>
            </a:pPr>
            <a:endParaRPr kumimoji="1" lang="en-US" altLang="zh-CN" dirty="0" smtClean="0">
              <a:latin typeface="+mn-ea"/>
            </a:endParaRPr>
          </a:p>
          <a:p>
            <a:pPr marL="285750" indent="-285750">
              <a:buFont typeface="Arial"/>
              <a:buChar char="•"/>
            </a:pPr>
            <a:r>
              <a:rPr kumimoji="1" lang="zh-CN" altLang="en-US" dirty="0" smtClean="0">
                <a:latin typeface="+mn-ea"/>
              </a:rPr>
              <a:t>语法示例：</a:t>
            </a:r>
            <a:endParaRPr kumimoji="1" lang="en-US" altLang="zh-CN" dirty="0">
              <a:latin typeface="+mn-ea"/>
            </a:endParaRPr>
          </a:p>
          <a:p>
            <a:pPr marL="742950" lvl="1" indent="-285750">
              <a:buFont typeface="Wingdings" charset="2"/>
              <a:buChar char="²"/>
            </a:pPr>
            <a:r>
              <a:rPr kumimoji="1" lang="zh-CN" altLang="en-US" dirty="0" smtClean="0"/>
              <a:t>判断语句</a:t>
            </a:r>
            <a:r>
              <a:rPr kumimoji="1" lang="en-US" altLang="zh-CN" dirty="0" smtClean="0"/>
              <a:t>if</a:t>
            </a:r>
            <a:endParaRPr kumimoji="1" lang="en-US" altLang="zh-CN" dirty="0" smtClean="0"/>
          </a:p>
        </p:txBody>
      </p:sp>
      <p:sp>
        <p:nvSpPr>
          <p:cNvPr id="7" name="矩形 6"/>
          <p:cNvSpPr/>
          <p:nvPr/>
        </p:nvSpPr>
        <p:spPr>
          <a:xfrm>
            <a:off x="3122917" y="3921965"/>
            <a:ext cx="4572000" cy="1754327"/>
          </a:xfrm>
          <a:prstGeom prst="rect">
            <a:avLst/>
          </a:prstGeom>
          <a:ln>
            <a:solidFill>
              <a:srgbClr val="000000"/>
            </a:solidFill>
          </a:ln>
        </p:spPr>
        <p:txBody>
          <a:bodyPr>
            <a:spAutoFit/>
          </a:bodyPr>
          <a:lstStyle/>
          <a:p>
            <a:r>
              <a:rPr lang="en-US" altLang="zh-CN" dirty="0" smtClean="0"/>
              <a:t>if n == </a:t>
            </a:r>
            <a:r>
              <a:rPr lang="en-US" altLang="zh-CN" dirty="0" smtClean="0"/>
              <a:t>2</a:t>
            </a:r>
            <a:r>
              <a:rPr lang="en-US" altLang="zh-CN" dirty="0" smtClean="0"/>
              <a:t>:</a:t>
            </a:r>
          </a:p>
          <a:p>
            <a:r>
              <a:rPr lang="en-US" altLang="zh-CN" dirty="0" smtClean="0"/>
              <a:t>    print "equal"</a:t>
            </a:r>
          </a:p>
          <a:p>
            <a:r>
              <a:rPr lang="en-US" altLang="zh-CN" dirty="0" err="1" smtClean="0"/>
              <a:t>elif</a:t>
            </a:r>
            <a:r>
              <a:rPr lang="en-US" altLang="zh-CN" dirty="0" smtClean="0"/>
              <a:t> n &lt; </a:t>
            </a:r>
            <a:r>
              <a:rPr lang="en-US" altLang="zh-CN" dirty="0" smtClean="0"/>
              <a:t>2</a:t>
            </a:r>
            <a:r>
              <a:rPr lang="en-US" altLang="zh-CN" dirty="0" smtClean="0"/>
              <a:t>:</a:t>
            </a:r>
          </a:p>
          <a:p>
            <a:r>
              <a:rPr lang="en-US" altLang="zh-CN" dirty="0" smtClean="0"/>
              <a:t>    print "lower"</a:t>
            </a:r>
          </a:p>
          <a:p>
            <a:r>
              <a:rPr lang="en-US" altLang="zh-CN" dirty="0" smtClean="0"/>
              <a:t>else:</a:t>
            </a:r>
          </a:p>
          <a:p>
            <a:r>
              <a:rPr lang="en-US" altLang="zh-CN" dirty="0" smtClean="0"/>
              <a:t>    print "higher"</a:t>
            </a:r>
            <a:endParaRPr lang="zh-CN" altLang="en-US" dirty="0"/>
          </a:p>
        </p:txBody>
      </p:sp>
    </p:spTree>
    <p:extLst>
      <p:ext uri="{BB962C8B-B14F-4D97-AF65-F5344CB8AC3E}">
        <p14:creationId xmlns:p14="http://schemas.microsoft.com/office/powerpoint/2010/main" val="588490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2271" y="289072"/>
            <a:ext cx="4572000" cy="5632312"/>
          </a:xfrm>
          <a:prstGeom prst="rect">
            <a:avLst/>
          </a:prstGeom>
        </p:spPr>
        <p:txBody>
          <a:bodyPr>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endParaRPr kumimoji="1" lang="en-US" altLang="zh-CN" dirty="0">
              <a:latin typeface="+mn-ea"/>
            </a:endParaRPr>
          </a:p>
          <a:p>
            <a:pPr marL="285750" indent="-285750">
              <a:buFont typeface="Arial"/>
              <a:buChar char="•"/>
            </a:pPr>
            <a:r>
              <a:rPr kumimoji="1" lang="zh-CN" altLang="en-US" dirty="0" smtClean="0">
                <a:latin typeface="+mn-ea"/>
              </a:rPr>
              <a:t>语法示例：</a:t>
            </a:r>
            <a:endParaRPr kumimoji="1" lang="en-US" altLang="zh-CN" dirty="0" smtClean="0">
              <a:latin typeface="+mn-ea"/>
            </a:endParaRPr>
          </a:p>
          <a:p>
            <a:pPr marL="742950" lvl="1" indent="-285750">
              <a:buFont typeface="Wingdings" charset="2"/>
              <a:buChar char="²"/>
            </a:pPr>
            <a:r>
              <a:rPr kumimoji="1" lang="en-US" altLang="zh-CN" dirty="0" smtClean="0">
                <a:latin typeface="+mn-ea"/>
              </a:rPr>
              <a:t>while</a:t>
            </a:r>
            <a:endParaRPr kumimoji="1" lang="en-US" altLang="zh-CN" dirty="0" smtClean="0">
              <a:latin typeface="+mn-ea"/>
            </a:endParaRPr>
          </a:p>
          <a:p>
            <a:endParaRPr kumimoji="1" lang="en-US" altLang="zh-CN" dirty="0">
              <a:latin typeface="+mn-ea"/>
            </a:endParaRPr>
          </a:p>
          <a:p>
            <a:endParaRPr kumimoji="1" lang="en-US" altLang="zh-CN" dirty="0" smtClean="0">
              <a:latin typeface="+mn-ea"/>
            </a:endParaRPr>
          </a:p>
          <a:p>
            <a:pPr marL="742950" lvl="1" indent="-285750">
              <a:buFont typeface="Wingdings" charset="2"/>
              <a:buChar char="²"/>
            </a:pPr>
            <a:endParaRPr kumimoji="1" lang="en-US" altLang="zh-CN" dirty="0" smtClean="0"/>
          </a:p>
          <a:p>
            <a:pPr marL="742950" lvl="1" indent="-285750">
              <a:buFont typeface="Wingdings" charset="2"/>
              <a:buChar char="²"/>
            </a:pPr>
            <a:endParaRPr kumimoji="1" lang="en-US" altLang="zh-CN" dirty="0" smtClean="0"/>
          </a:p>
          <a:p>
            <a:pPr marL="742950" lvl="1" indent="-285750">
              <a:buFont typeface="Wingdings" charset="2"/>
              <a:buChar char="²"/>
            </a:pPr>
            <a:endParaRPr kumimoji="1" lang="en-US" altLang="zh-CN" dirty="0"/>
          </a:p>
          <a:p>
            <a:pPr marL="742950" lvl="1" indent="-285750">
              <a:buFont typeface="Wingdings" charset="2"/>
              <a:buChar char="²"/>
            </a:pPr>
            <a:r>
              <a:rPr kumimoji="1" lang="en-US" altLang="zh-CN" dirty="0" smtClean="0"/>
              <a:t>for</a:t>
            </a:r>
            <a:r>
              <a:rPr kumimoji="1" lang="zh-CN" altLang="en-US" dirty="0" smtClean="0"/>
              <a:t>循环</a:t>
            </a:r>
            <a:endParaRPr kumimoji="1" lang="en-US" altLang="zh-CN" dirty="0" smtClean="0"/>
          </a:p>
          <a:p>
            <a:pPr marL="742950" lvl="1" indent="-285750">
              <a:buFont typeface="Wingdings" charset="2"/>
              <a:buChar char="²"/>
            </a:pPr>
            <a:endParaRPr kumimoji="1" lang="en-US" altLang="zh-CN" dirty="0"/>
          </a:p>
          <a:p>
            <a:pPr marL="742950" lvl="1" indent="-285750">
              <a:buFont typeface="Wingdings" charset="2"/>
              <a:buChar char="²"/>
            </a:pPr>
            <a:endParaRPr kumimoji="1" lang="en-US" altLang="zh-CN" dirty="0" smtClean="0"/>
          </a:p>
          <a:p>
            <a:pPr marL="742950" lvl="1" indent="-285750">
              <a:buFont typeface="Wingdings" charset="2"/>
              <a:buChar char="²"/>
            </a:pPr>
            <a:endParaRPr kumimoji="1" lang="en-US" altLang="zh-CN" dirty="0"/>
          </a:p>
          <a:p>
            <a:pPr marL="742950" lvl="1" indent="-285750">
              <a:buFont typeface="Wingdings" charset="2"/>
              <a:buChar char="²"/>
            </a:pPr>
            <a:endParaRPr kumimoji="1" lang="en-US" altLang="zh-CN" dirty="0" smtClean="0"/>
          </a:p>
          <a:p>
            <a:pPr marL="742950" lvl="1" indent="-285750">
              <a:buFont typeface="Wingdings" charset="2"/>
              <a:buChar char="²"/>
            </a:pPr>
            <a:endParaRPr kumimoji="1" lang="en-US" altLang="zh-CN" dirty="0"/>
          </a:p>
          <a:p>
            <a:pPr marL="742950" lvl="1" indent="-285750">
              <a:buFont typeface="Wingdings" charset="2"/>
              <a:buChar char="²"/>
            </a:pPr>
            <a:endParaRPr kumimoji="1" lang="en-US" altLang="zh-CN" dirty="0" smtClean="0"/>
          </a:p>
          <a:p>
            <a:pPr marL="285750" indent="-285750">
              <a:buFont typeface="Arial"/>
              <a:buChar char="•"/>
            </a:pPr>
            <a:r>
              <a:rPr lang="zh-CN" altLang="en-US" b="1" dirty="0" smtClean="0"/>
              <a:t>函数</a:t>
            </a:r>
            <a:r>
              <a:rPr lang="zh-CN" altLang="en-US" b="1" dirty="0" smtClean="0"/>
              <a:t>定义：</a:t>
            </a:r>
            <a:endParaRPr kumimoji="1" lang="en-US" altLang="zh-CN" dirty="0" smtClean="0"/>
          </a:p>
          <a:p>
            <a:endParaRPr kumimoji="1" lang="en-US" altLang="zh-CN" dirty="0" smtClean="0">
              <a:latin typeface="+mn-ea"/>
            </a:endParaRPr>
          </a:p>
          <a:p>
            <a:endParaRPr kumimoji="1" lang="en-US" altLang="zh-CN" dirty="0" smtClean="0">
              <a:latin typeface="+mn-ea"/>
            </a:endParaRPr>
          </a:p>
        </p:txBody>
      </p:sp>
      <p:sp>
        <p:nvSpPr>
          <p:cNvPr id="5" name="矩形 4"/>
          <p:cNvSpPr/>
          <p:nvPr/>
        </p:nvSpPr>
        <p:spPr>
          <a:xfrm>
            <a:off x="2286000" y="1458178"/>
            <a:ext cx="4572000" cy="1200329"/>
          </a:xfrm>
          <a:prstGeom prst="rect">
            <a:avLst/>
          </a:prstGeom>
          <a:ln>
            <a:solidFill>
              <a:schemeClr val="tx1"/>
            </a:solidFill>
          </a:ln>
        </p:spPr>
        <p:txBody>
          <a:bodyPr>
            <a:spAutoFit/>
          </a:bodyPr>
          <a:lstStyle/>
          <a:p>
            <a:r>
              <a:rPr lang="en-US" altLang="zh-CN" dirty="0">
                <a:latin typeface="Times New Roman"/>
                <a:cs typeface="Times New Roman"/>
              </a:rPr>
              <a:t>while True:</a:t>
            </a:r>
          </a:p>
          <a:p>
            <a:r>
              <a:rPr lang="ro-RO" altLang="zh-CN" dirty="0">
                <a:latin typeface="Times New Roman"/>
                <a:cs typeface="Times New Roman"/>
              </a:rPr>
              <a:t>    </a:t>
            </a:r>
            <a:r>
              <a:rPr lang="en-US" altLang="zh-CN" dirty="0" smtClean="0">
                <a:latin typeface="Times New Roman"/>
                <a:cs typeface="Times New Roman"/>
              </a:rPr>
              <a:t>print</a:t>
            </a:r>
            <a:r>
              <a:rPr lang="zh-CN" altLang="en-US" dirty="0" smtClean="0">
                <a:latin typeface="Times New Roman"/>
                <a:cs typeface="Times New Roman"/>
              </a:rPr>
              <a:t> </a:t>
            </a:r>
            <a:r>
              <a:rPr lang="en-US" altLang="zh-CN" dirty="0" smtClean="0">
                <a:latin typeface="Times New Roman"/>
                <a:cs typeface="Times New Roman"/>
              </a:rPr>
              <a:t>‘true’</a:t>
            </a:r>
          </a:p>
          <a:p>
            <a:r>
              <a:rPr lang="ro-RO" altLang="zh-CN" dirty="0" smtClean="0">
                <a:latin typeface="Times New Roman"/>
                <a:cs typeface="Times New Roman"/>
              </a:rPr>
              <a:t>else</a:t>
            </a:r>
            <a:r>
              <a:rPr lang="ro-RO" altLang="zh-CN" dirty="0">
                <a:latin typeface="Times New Roman"/>
                <a:cs typeface="Times New Roman"/>
              </a:rPr>
              <a:t>:</a:t>
            </a:r>
          </a:p>
          <a:p>
            <a:r>
              <a:rPr lang="ro-RO" altLang="zh-CN" dirty="0">
                <a:latin typeface="Times New Roman"/>
                <a:cs typeface="Times New Roman"/>
              </a:rPr>
              <a:t>    </a:t>
            </a:r>
            <a:r>
              <a:rPr lang="en-US" altLang="zh-CN" dirty="0" smtClean="0">
                <a:latin typeface="Times New Roman"/>
                <a:cs typeface="Times New Roman"/>
              </a:rPr>
              <a:t>pass</a:t>
            </a:r>
            <a:r>
              <a:rPr lang="en-US" altLang="zh-CN" dirty="0" smtClean="0">
                <a:latin typeface="Times New Roman"/>
                <a:cs typeface="Times New Roman"/>
              </a:rPr>
              <a:t>  </a:t>
            </a:r>
            <a:r>
              <a:rPr lang="en-US" altLang="zh-CN" dirty="0" smtClean="0">
                <a:solidFill>
                  <a:srgbClr val="008000"/>
                </a:solidFill>
                <a:latin typeface="Times New Roman"/>
                <a:cs typeface="Times New Roman"/>
              </a:rPr>
              <a:t>//</a:t>
            </a:r>
            <a:r>
              <a:rPr lang="en-US" altLang="zh-TW" dirty="0">
                <a:solidFill>
                  <a:srgbClr val="008000"/>
                </a:solidFill>
                <a:latin typeface="Times New Roman"/>
                <a:cs typeface="Times New Roman"/>
              </a:rPr>
              <a:t>pass</a:t>
            </a:r>
            <a:r>
              <a:rPr lang="zh-TW" altLang="en-US" dirty="0" smtClean="0">
                <a:solidFill>
                  <a:srgbClr val="008000"/>
                </a:solidFill>
                <a:latin typeface="Times New Roman"/>
                <a:cs typeface="Times New Roman"/>
              </a:rPr>
              <a:t>是空语句</a:t>
            </a:r>
            <a:r>
              <a:rPr lang="en-US" altLang="zh-TW" dirty="0" smtClean="0">
                <a:solidFill>
                  <a:srgbClr val="008000"/>
                </a:solidFill>
                <a:latin typeface="Times New Roman"/>
                <a:cs typeface="Times New Roman"/>
              </a:rPr>
              <a:t>，</a:t>
            </a:r>
            <a:r>
              <a:rPr lang="en-US" altLang="en-US" dirty="0" smtClean="0">
                <a:solidFill>
                  <a:srgbClr val="008000"/>
                </a:solidFill>
                <a:latin typeface="Times New Roman"/>
                <a:cs typeface="Times New Roman"/>
              </a:rPr>
              <a:t>跳过，无功能</a:t>
            </a:r>
            <a:endParaRPr lang="zh-CN" altLang="en-US" dirty="0">
              <a:solidFill>
                <a:srgbClr val="008000"/>
              </a:solidFill>
              <a:latin typeface="Times New Roman"/>
              <a:cs typeface="Times New Roman"/>
            </a:endParaRPr>
          </a:p>
        </p:txBody>
      </p:sp>
      <p:sp>
        <p:nvSpPr>
          <p:cNvPr id="6" name="矩形 5"/>
          <p:cNvSpPr/>
          <p:nvPr/>
        </p:nvSpPr>
        <p:spPr>
          <a:xfrm>
            <a:off x="2286000" y="3236644"/>
            <a:ext cx="4572000" cy="1477328"/>
          </a:xfrm>
          <a:prstGeom prst="rect">
            <a:avLst/>
          </a:prstGeom>
          <a:ln>
            <a:solidFill>
              <a:srgbClr val="000000"/>
            </a:solidFill>
          </a:ln>
        </p:spPr>
        <p:txBody>
          <a:bodyPr>
            <a:spAutoFit/>
          </a:bodyPr>
          <a:lstStyle/>
          <a:p>
            <a:r>
              <a:rPr lang="it-IT" altLang="zh-CN" dirty="0"/>
              <a:t>for i in </a:t>
            </a:r>
            <a:r>
              <a:rPr lang="it-IT" altLang="zh-CN" dirty="0" err="1"/>
              <a:t>range</a:t>
            </a:r>
            <a:r>
              <a:rPr lang="it-IT" altLang="zh-CN" dirty="0"/>
              <a:t>(0, 5):</a:t>
            </a:r>
          </a:p>
          <a:p>
            <a:r>
              <a:rPr lang="hu-HU" altLang="zh-CN" dirty="0"/>
              <a:t>    print i</a:t>
            </a:r>
          </a:p>
          <a:p>
            <a:r>
              <a:rPr lang="en-US" altLang="zh-CN" dirty="0"/>
              <a:t>else:</a:t>
            </a:r>
          </a:p>
          <a:p>
            <a:r>
              <a:rPr lang="ro-RO" altLang="zh-CN" dirty="0"/>
              <a:t>    pass</a:t>
            </a:r>
          </a:p>
          <a:p>
            <a:r>
              <a:rPr lang="uk-UA" altLang="zh-CN" dirty="0"/>
              <a:t># </a:t>
            </a:r>
            <a:r>
              <a:rPr lang="zh-CN" altLang="uk-UA" dirty="0"/>
              <a:t>打印</a:t>
            </a:r>
            <a:r>
              <a:rPr lang="uk-UA" altLang="zh-CN" dirty="0"/>
              <a:t>0</a:t>
            </a:r>
            <a:r>
              <a:rPr lang="zh-CN" altLang="uk-UA" dirty="0"/>
              <a:t>到</a:t>
            </a:r>
            <a:r>
              <a:rPr lang="uk-UA" altLang="zh-CN" dirty="0"/>
              <a:t>4</a:t>
            </a:r>
            <a:endParaRPr lang="zh-CN" altLang="en-US" dirty="0"/>
          </a:p>
        </p:txBody>
      </p:sp>
      <p:sp>
        <p:nvSpPr>
          <p:cNvPr id="8" name="矩形 7"/>
          <p:cNvSpPr/>
          <p:nvPr/>
        </p:nvSpPr>
        <p:spPr>
          <a:xfrm>
            <a:off x="2286000" y="5099862"/>
            <a:ext cx="4572000" cy="1477328"/>
          </a:xfrm>
          <a:prstGeom prst="rect">
            <a:avLst/>
          </a:prstGeom>
          <a:ln>
            <a:solidFill>
              <a:srgbClr val="000000"/>
            </a:solidFill>
          </a:ln>
        </p:spPr>
        <p:txBody>
          <a:bodyPr>
            <a:spAutoFit/>
          </a:bodyPr>
          <a:lstStyle/>
          <a:p>
            <a:r>
              <a:rPr lang="en-US" altLang="zh-CN" dirty="0" err="1">
                <a:latin typeface="Times New Roman"/>
                <a:cs typeface="Times New Roman"/>
              </a:rPr>
              <a:t>def</a:t>
            </a:r>
            <a:r>
              <a:rPr lang="en-US" altLang="zh-CN" dirty="0">
                <a:latin typeface="Times New Roman"/>
                <a:cs typeface="Times New Roman"/>
              </a:rPr>
              <a:t> </a:t>
            </a:r>
            <a:r>
              <a:rPr lang="en-US" altLang="zh-CN" dirty="0" err="1">
                <a:latin typeface="Times New Roman"/>
                <a:cs typeface="Times New Roman"/>
              </a:rPr>
              <a:t>sumOf</a:t>
            </a:r>
            <a:r>
              <a:rPr lang="en-US" altLang="zh-CN" dirty="0">
                <a:latin typeface="Times New Roman"/>
                <a:cs typeface="Times New Roman"/>
              </a:rPr>
              <a:t>(a, b):</a:t>
            </a:r>
          </a:p>
          <a:p>
            <a:r>
              <a:rPr lang="en-US" altLang="zh-CN" dirty="0">
                <a:latin typeface="Times New Roman"/>
                <a:cs typeface="Times New Roman"/>
              </a:rPr>
              <a:t>    </a:t>
            </a:r>
            <a:r>
              <a:rPr lang="en-US" altLang="zh-CN" dirty="0">
                <a:solidFill>
                  <a:srgbClr val="FF0000"/>
                </a:solidFill>
                <a:latin typeface="Times New Roman"/>
                <a:cs typeface="Times New Roman"/>
              </a:rPr>
              <a:t>return</a:t>
            </a:r>
            <a:r>
              <a:rPr lang="en-US" altLang="zh-CN" dirty="0">
                <a:latin typeface="Times New Roman"/>
                <a:cs typeface="Times New Roman"/>
              </a:rPr>
              <a:t> a + </a:t>
            </a:r>
            <a:r>
              <a:rPr lang="en-US" altLang="zh-CN" dirty="0" smtClean="0">
                <a:latin typeface="Times New Roman"/>
                <a:cs typeface="Times New Roman"/>
              </a:rPr>
              <a:t>b</a:t>
            </a:r>
          </a:p>
          <a:p>
            <a:endParaRPr lang="en-US" altLang="zh-CN" dirty="0">
              <a:latin typeface="Times New Roman"/>
              <a:cs typeface="Times New Roman"/>
            </a:endParaRPr>
          </a:p>
          <a:p>
            <a:r>
              <a:rPr lang="en-US" altLang="zh-CN" dirty="0" smtClean="0">
                <a:latin typeface="Times New Roman"/>
                <a:cs typeface="Times New Roman"/>
              </a:rPr>
              <a:t>&gt;&gt;</a:t>
            </a:r>
            <a:r>
              <a:rPr lang="zh-CN" altLang="en-US" dirty="0" smtClean="0">
                <a:latin typeface="Times New Roman"/>
                <a:cs typeface="Times New Roman"/>
              </a:rPr>
              <a:t> </a:t>
            </a:r>
            <a:r>
              <a:rPr lang="en-US" altLang="zh-CN" dirty="0" err="1" smtClean="0">
                <a:latin typeface="Times New Roman"/>
                <a:cs typeface="Times New Roman"/>
              </a:rPr>
              <a:t>sunOf</a:t>
            </a:r>
            <a:r>
              <a:rPr lang="en-US" altLang="zh-CN" dirty="0" smtClean="0">
                <a:latin typeface="Times New Roman"/>
                <a:cs typeface="Times New Roman"/>
              </a:rPr>
              <a:t>(3,5)</a:t>
            </a:r>
          </a:p>
          <a:p>
            <a:r>
              <a:rPr lang="en-US" altLang="zh-CN" dirty="0" smtClean="0">
                <a:latin typeface="Times New Roman"/>
                <a:cs typeface="Times New Roman"/>
              </a:rPr>
              <a:t>&gt;&gt;8</a:t>
            </a:r>
            <a:endParaRPr lang="zh-CN" altLang="en-US" dirty="0">
              <a:latin typeface="Times New Roman"/>
              <a:cs typeface="Times New Roman"/>
            </a:endParaRPr>
          </a:p>
        </p:txBody>
      </p:sp>
    </p:spTree>
    <p:extLst>
      <p:ext uri="{BB962C8B-B14F-4D97-AF65-F5344CB8AC3E}">
        <p14:creationId xmlns:p14="http://schemas.microsoft.com/office/powerpoint/2010/main" val="1993764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2271" y="289072"/>
            <a:ext cx="4572000" cy="2862323"/>
          </a:xfrm>
          <a:prstGeom prst="rect">
            <a:avLst/>
          </a:prstGeom>
        </p:spPr>
        <p:txBody>
          <a:bodyPr>
            <a:spAutoFit/>
          </a:bodyPr>
          <a:lstStyle/>
          <a:p>
            <a:pPr marL="285750" indent="-285750">
              <a:buFont typeface="Wingdings" charset="2"/>
              <a:buChar char="Ø"/>
            </a:pPr>
            <a:r>
              <a:rPr kumimoji="1" lang="zh-CN" altLang="en-US" dirty="0" smtClean="0">
                <a:latin typeface="+mn-ea"/>
              </a:rPr>
              <a:t>编程语言：</a:t>
            </a:r>
            <a:endParaRPr kumimoji="1" lang="en-US" altLang="zh-CN" dirty="0" smtClean="0">
              <a:latin typeface="+mn-ea"/>
            </a:endParaRPr>
          </a:p>
          <a:p>
            <a:r>
              <a:rPr kumimoji="1" lang="en-US" altLang="zh-CN" dirty="0" smtClean="0">
                <a:latin typeface="+mn-ea"/>
              </a:rPr>
              <a:t>python</a:t>
            </a:r>
          </a:p>
          <a:p>
            <a:endParaRPr kumimoji="1" lang="en-US" altLang="zh-CN" dirty="0">
              <a:latin typeface="+mn-ea"/>
            </a:endParaRPr>
          </a:p>
          <a:p>
            <a:pPr marL="285750" indent="-285750">
              <a:buFont typeface="Arial"/>
              <a:buChar char="•"/>
            </a:pPr>
            <a:r>
              <a:rPr kumimoji="1" lang="zh-CN" altLang="en-US" dirty="0" smtClean="0">
                <a:latin typeface="+mn-ea"/>
              </a:rPr>
              <a:t>功能模块导入：</a:t>
            </a:r>
            <a:endParaRPr kumimoji="1" lang="en-US" altLang="zh-CN" dirty="0" smtClean="0">
              <a:latin typeface="+mn-ea"/>
            </a:endParaRPr>
          </a:p>
          <a:p>
            <a:endParaRPr kumimoji="1" lang="en-US" altLang="zh-CN" dirty="0">
              <a:latin typeface="+mn-ea"/>
            </a:endParaRPr>
          </a:p>
          <a:p>
            <a:endParaRPr kumimoji="1" lang="en-US" altLang="zh-CN" dirty="0" smtClean="0">
              <a:latin typeface="+mn-ea"/>
            </a:endParaRPr>
          </a:p>
          <a:p>
            <a:pPr lvl="1"/>
            <a:endParaRPr kumimoji="1" lang="en-US" altLang="zh-CN" dirty="0" smtClean="0"/>
          </a:p>
          <a:p>
            <a:pPr marL="285750" indent="-285750">
              <a:buFont typeface="Arial"/>
              <a:buChar char="•"/>
            </a:pPr>
            <a:r>
              <a:rPr lang="zh-CN" altLang="en-US" b="1" dirty="0" smtClean="0"/>
              <a:t>类：</a:t>
            </a:r>
            <a:endParaRPr kumimoji="1" lang="en-US" altLang="zh-CN" dirty="0" smtClean="0"/>
          </a:p>
          <a:p>
            <a:endParaRPr kumimoji="1" lang="en-US" altLang="zh-CN" dirty="0" smtClean="0">
              <a:latin typeface="+mn-ea"/>
            </a:endParaRPr>
          </a:p>
          <a:p>
            <a:endParaRPr kumimoji="1" lang="en-US" altLang="zh-CN" dirty="0" smtClean="0">
              <a:latin typeface="+mn-ea"/>
            </a:endParaRPr>
          </a:p>
        </p:txBody>
      </p:sp>
      <p:sp>
        <p:nvSpPr>
          <p:cNvPr id="5" name="矩形 4"/>
          <p:cNvSpPr/>
          <p:nvPr/>
        </p:nvSpPr>
        <p:spPr>
          <a:xfrm>
            <a:off x="2648271" y="1244406"/>
            <a:ext cx="4572000" cy="923330"/>
          </a:xfrm>
          <a:prstGeom prst="rect">
            <a:avLst/>
          </a:prstGeom>
          <a:ln>
            <a:solidFill>
              <a:schemeClr val="tx1"/>
            </a:solidFill>
          </a:ln>
        </p:spPr>
        <p:txBody>
          <a:bodyPr>
            <a:spAutoFit/>
          </a:bodyPr>
          <a:lstStyle/>
          <a:p>
            <a:r>
              <a:rPr lang="en-US" altLang="zh-CN" dirty="0" smtClean="0">
                <a:latin typeface="Times New Roman"/>
                <a:cs typeface="Times New Roman"/>
              </a:rPr>
              <a:t>import sys, time</a:t>
            </a:r>
          </a:p>
          <a:p>
            <a:r>
              <a:rPr lang="en-US" altLang="zh-CN" dirty="0" smtClean="0">
                <a:latin typeface="Times New Roman"/>
                <a:cs typeface="Times New Roman"/>
              </a:rPr>
              <a:t>import </a:t>
            </a:r>
            <a:r>
              <a:rPr lang="en-US" altLang="zh-CN" dirty="0" err="1" smtClean="0">
                <a:latin typeface="Times New Roman"/>
                <a:cs typeface="Times New Roman"/>
              </a:rPr>
              <a:t>numpy</a:t>
            </a:r>
            <a:r>
              <a:rPr lang="en-US" altLang="zh-CN" dirty="0" smtClean="0">
                <a:latin typeface="Times New Roman"/>
                <a:cs typeface="Times New Roman"/>
              </a:rPr>
              <a:t> as </a:t>
            </a:r>
            <a:r>
              <a:rPr lang="en-US" altLang="zh-CN" dirty="0" err="1" smtClean="0">
                <a:latin typeface="Times New Roman"/>
                <a:cs typeface="Times New Roman"/>
              </a:rPr>
              <a:t>np</a:t>
            </a:r>
            <a:endParaRPr lang="en-US" altLang="zh-CN" dirty="0" smtClean="0">
              <a:latin typeface="Times New Roman"/>
              <a:cs typeface="Times New Roman"/>
            </a:endParaRPr>
          </a:p>
          <a:p>
            <a:r>
              <a:rPr lang="en-US" altLang="zh-CN" dirty="0" smtClean="0">
                <a:latin typeface="Times New Roman"/>
                <a:cs typeface="Times New Roman"/>
              </a:rPr>
              <a:t>from PyQt4 import </a:t>
            </a:r>
            <a:r>
              <a:rPr lang="en-US" altLang="zh-CN" dirty="0" err="1" smtClean="0">
                <a:latin typeface="Times New Roman"/>
                <a:cs typeface="Times New Roman"/>
              </a:rPr>
              <a:t>QtGui</a:t>
            </a:r>
            <a:endParaRPr lang="zh-CN" altLang="en-US" dirty="0">
              <a:latin typeface="Times New Roman"/>
              <a:cs typeface="Times New Roman"/>
            </a:endParaRPr>
          </a:p>
        </p:txBody>
      </p:sp>
      <p:sp>
        <p:nvSpPr>
          <p:cNvPr id="6" name="矩形 5"/>
          <p:cNvSpPr/>
          <p:nvPr/>
        </p:nvSpPr>
        <p:spPr>
          <a:xfrm>
            <a:off x="2650532" y="2641700"/>
            <a:ext cx="4572000" cy="2585323"/>
          </a:xfrm>
          <a:prstGeom prst="rect">
            <a:avLst/>
          </a:prstGeom>
          <a:ln>
            <a:solidFill>
              <a:srgbClr val="000000"/>
            </a:solidFill>
          </a:ln>
        </p:spPr>
        <p:txBody>
          <a:bodyPr>
            <a:spAutoFit/>
          </a:bodyPr>
          <a:lstStyle/>
          <a:p>
            <a:r>
              <a:rPr lang="en-US" altLang="zh-CN" dirty="0"/>
              <a:t>&gt;&gt;&gt; class </a:t>
            </a:r>
            <a:r>
              <a:rPr lang="en-US" altLang="zh-CN" dirty="0" err="1"/>
              <a:t>MyClass</a:t>
            </a:r>
            <a:r>
              <a:rPr lang="en-US" altLang="zh-CN" dirty="0"/>
              <a:t>:</a:t>
            </a:r>
          </a:p>
          <a:p>
            <a:r>
              <a:rPr lang="en-US" altLang="zh-CN" dirty="0"/>
              <a:t>...     """A simple example class"""</a:t>
            </a:r>
          </a:p>
          <a:p>
            <a:r>
              <a:rPr lang="en-US" altLang="zh-CN" dirty="0"/>
              <a:t>...     </a:t>
            </a:r>
            <a:r>
              <a:rPr lang="en-US" altLang="zh-CN" dirty="0" smtClean="0"/>
              <a:t>a</a:t>
            </a:r>
            <a:r>
              <a:rPr lang="en-US" altLang="zh-CN" dirty="0" smtClean="0"/>
              <a:t> </a:t>
            </a:r>
            <a:r>
              <a:rPr lang="en-US" altLang="zh-CN" dirty="0"/>
              <a:t>= 123</a:t>
            </a:r>
          </a:p>
          <a:p>
            <a:r>
              <a:rPr lang="de-DE" altLang="zh-CN" dirty="0"/>
              <a:t>...     </a:t>
            </a:r>
            <a:r>
              <a:rPr lang="de-DE" altLang="zh-CN" dirty="0" err="1"/>
              <a:t>def</a:t>
            </a:r>
            <a:r>
              <a:rPr lang="de-DE" altLang="zh-CN" dirty="0"/>
              <a:t> </a:t>
            </a:r>
            <a:r>
              <a:rPr lang="de-DE" altLang="zh-CN" b="1" dirty="0"/>
              <a:t>f</a:t>
            </a:r>
            <a:r>
              <a:rPr lang="de-DE" altLang="zh-CN" dirty="0"/>
              <a:t>(</a:t>
            </a:r>
            <a:r>
              <a:rPr lang="de-DE" altLang="zh-CN" dirty="0" err="1"/>
              <a:t>self</a:t>
            </a:r>
            <a:r>
              <a:rPr lang="de-DE" altLang="zh-CN" dirty="0"/>
              <a:t>):</a:t>
            </a:r>
          </a:p>
          <a:p>
            <a:r>
              <a:rPr lang="en-US" altLang="zh-CN" dirty="0"/>
              <a:t>...         return 'hello world'</a:t>
            </a:r>
          </a:p>
          <a:p>
            <a:r>
              <a:rPr lang="en-US" altLang="zh-CN" dirty="0"/>
              <a:t>... </a:t>
            </a:r>
          </a:p>
          <a:p>
            <a:r>
              <a:rPr lang="en-US" altLang="zh-CN" dirty="0"/>
              <a:t>&gt;&gt;&gt; </a:t>
            </a:r>
            <a:r>
              <a:rPr lang="en-US" altLang="zh-CN" dirty="0" err="1" smtClean="0"/>
              <a:t>MyClass.a</a:t>
            </a:r>
            <a:endParaRPr lang="en-US" altLang="zh-CN" dirty="0"/>
          </a:p>
          <a:p>
            <a:r>
              <a:rPr lang="is-IS" altLang="zh-CN" dirty="0"/>
              <a:t>123</a:t>
            </a:r>
          </a:p>
          <a:p>
            <a:r>
              <a:rPr lang="pl-PL" altLang="zh-CN" dirty="0"/>
              <a:t>&gt;&gt;&gt; </a:t>
            </a:r>
            <a:r>
              <a:rPr lang="pl-PL" altLang="zh-CN" dirty="0" err="1" smtClean="0"/>
              <a:t>MyClass.a</a:t>
            </a:r>
            <a:r>
              <a:rPr lang="pl-PL" altLang="zh-CN" dirty="0" smtClean="0"/>
              <a:t> </a:t>
            </a:r>
            <a:r>
              <a:rPr lang="pl-PL" altLang="zh-CN" dirty="0"/>
              <a:t>= 10</a:t>
            </a:r>
            <a:endParaRPr lang="zh-CN" altLang="en-US" dirty="0"/>
          </a:p>
        </p:txBody>
      </p:sp>
    </p:spTree>
    <p:extLst>
      <p:ext uri="{BB962C8B-B14F-4D97-AF65-F5344CB8AC3E}">
        <p14:creationId xmlns:p14="http://schemas.microsoft.com/office/powerpoint/2010/main" val="970382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77242" y="367667"/>
            <a:ext cx="8638360" cy="6440225"/>
          </a:xfrm>
          <a:prstGeom prst="rect">
            <a:avLst/>
          </a:prstGeom>
        </p:spPr>
        <p:txBody>
          <a:bodyPr wrap="square">
            <a:spAutoFit/>
          </a:bodyPr>
          <a:lstStyle/>
          <a:p>
            <a:pPr marL="285750" indent="-285750">
              <a:buFont typeface="Wingdings" charset="2"/>
              <a:buChar char="Ø"/>
            </a:pPr>
            <a:r>
              <a:rPr kumimoji="1" lang="zh-CN" altLang="en-US" dirty="0" smtClean="0">
                <a:latin typeface="Times New Roman"/>
                <a:cs typeface="Times New Roman"/>
              </a:rPr>
              <a:t>第三方函数库：</a:t>
            </a:r>
            <a:endParaRPr kumimoji="1" lang="en-US" altLang="zh-CN" dirty="0" smtClean="0">
              <a:latin typeface="Times New Roman"/>
              <a:cs typeface="Times New Roman"/>
            </a:endParaRPr>
          </a:p>
          <a:p>
            <a:pPr marL="285750" indent="-285750">
              <a:buFont typeface="Wingdings" charset="2"/>
              <a:buChar char="Ø"/>
            </a:pPr>
            <a:endParaRPr kumimoji="1" lang="en-US" altLang="zh-CN" dirty="0">
              <a:latin typeface="Times New Roman"/>
              <a:cs typeface="Times New Roman"/>
            </a:endParaRPr>
          </a:p>
          <a:p>
            <a:pPr marL="285750" indent="-285750">
              <a:lnSpc>
                <a:spcPct val="150000"/>
              </a:lnSpc>
              <a:buFont typeface="Wingdings" charset="2"/>
              <a:buChar char="p"/>
            </a:pPr>
            <a:r>
              <a:rPr kumimoji="1" lang="en-US" altLang="zh-CN" dirty="0" smtClean="0">
                <a:latin typeface="+mn-ea"/>
                <a:cs typeface="Times New Roman"/>
              </a:rPr>
              <a:t>Numpy</a:t>
            </a:r>
            <a:br>
              <a:rPr kumimoji="1" lang="en-US" altLang="zh-CN" dirty="0" smtClean="0">
                <a:latin typeface="+mn-ea"/>
                <a:cs typeface="Times New Roman"/>
              </a:rPr>
            </a:br>
            <a:r>
              <a:rPr kumimoji="1" lang="en-US" altLang="zh-CN" dirty="0" smtClean="0">
                <a:latin typeface="+mn-ea"/>
                <a:cs typeface="Times New Roman"/>
              </a:rPr>
              <a:t>NumPy</a:t>
            </a:r>
            <a:r>
              <a:rPr kumimoji="1" lang="zh-CN" altLang="en-US" dirty="0" smtClean="0">
                <a:latin typeface="+mn-ea"/>
                <a:cs typeface="Times New Roman"/>
              </a:rPr>
              <a:t>系统是</a:t>
            </a:r>
            <a:r>
              <a:rPr kumimoji="1" lang="en-US" altLang="zh-CN" dirty="0" smtClean="0">
                <a:latin typeface="+mn-ea"/>
                <a:cs typeface="Times New Roman"/>
              </a:rPr>
              <a:t>Python</a:t>
            </a:r>
            <a:r>
              <a:rPr kumimoji="1" lang="zh-CN" altLang="en-US" dirty="0" smtClean="0">
                <a:latin typeface="+mn-ea"/>
                <a:cs typeface="Times New Roman"/>
              </a:rPr>
              <a:t>的一种开源的</a:t>
            </a:r>
            <a:r>
              <a:rPr kumimoji="1" lang="zh-CN" altLang="en-US" dirty="0" smtClean="0">
                <a:solidFill>
                  <a:srgbClr val="FF0000"/>
                </a:solidFill>
                <a:latin typeface="+mn-ea"/>
                <a:cs typeface="Times New Roman"/>
              </a:rPr>
              <a:t>数值计算</a:t>
            </a:r>
            <a:r>
              <a:rPr kumimoji="1" lang="zh-CN" altLang="en-US" dirty="0" smtClean="0">
                <a:latin typeface="+mn-ea"/>
                <a:cs typeface="Times New Roman"/>
              </a:rPr>
              <a:t>扩展</a:t>
            </a:r>
            <a:r>
              <a:rPr kumimoji="1" lang="zh-CN" altLang="zh-CN" dirty="0">
                <a:latin typeface="+mn-ea"/>
                <a:cs typeface="Times New Roman"/>
              </a:rPr>
              <a:t>，</a:t>
            </a:r>
            <a:r>
              <a:rPr kumimoji="1" lang="zh-CN" altLang="en-US" dirty="0" smtClean="0">
                <a:latin typeface="+mn-ea"/>
                <a:cs typeface="Times New Roman"/>
              </a:rPr>
              <a:t>这种工具可用来存储和处理</a:t>
            </a:r>
            <a:r>
              <a:rPr kumimoji="1" lang="zh-CN" altLang="en-US" dirty="0" smtClean="0">
                <a:latin typeface="+mn-ea"/>
                <a:cs typeface="Times New Roman"/>
              </a:rPr>
              <a:t>数组和</a:t>
            </a:r>
            <a:r>
              <a:rPr kumimoji="1" lang="zh-CN" altLang="en-US" dirty="0" smtClean="0">
                <a:latin typeface="+mn-ea"/>
                <a:cs typeface="Times New Roman"/>
              </a:rPr>
              <a:t>大型</a:t>
            </a:r>
            <a:r>
              <a:rPr kumimoji="1" lang="zh-CN" altLang="en-US" dirty="0" smtClean="0">
                <a:solidFill>
                  <a:srgbClr val="FF0000"/>
                </a:solidFill>
                <a:latin typeface="+mn-ea"/>
                <a:cs typeface="Times New Roman"/>
              </a:rPr>
              <a:t>矩阵</a:t>
            </a:r>
            <a:r>
              <a:rPr kumimoji="1" lang="zh-CN" altLang="en-US" dirty="0" smtClean="0">
                <a:latin typeface="+mn-ea"/>
                <a:cs typeface="Times New Roman"/>
              </a:rPr>
              <a:t>，比</a:t>
            </a:r>
            <a:r>
              <a:rPr kumimoji="1" lang="en-US" altLang="zh-CN" dirty="0" smtClean="0">
                <a:latin typeface="+mn-ea"/>
                <a:cs typeface="Times New Roman"/>
              </a:rPr>
              <a:t>Python</a:t>
            </a:r>
            <a:r>
              <a:rPr kumimoji="1" lang="zh-CN" altLang="en-US" dirty="0" smtClean="0">
                <a:latin typeface="+mn-ea"/>
                <a:cs typeface="Times New Roman"/>
              </a:rPr>
              <a:t>自身的嵌套列表（</a:t>
            </a:r>
            <a:r>
              <a:rPr kumimoji="1" lang="en-US" altLang="zh-CN" dirty="0" smtClean="0">
                <a:latin typeface="+mn-ea"/>
                <a:cs typeface="Times New Roman"/>
              </a:rPr>
              <a:t>nested list structure)</a:t>
            </a:r>
            <a:r>
              <a:rPr kumimoji="1" lang="zh-CN" altLang="en-US" dirty="0" smtClean="0">
                <a:latin typeface="+mn-ea"/>
                <a:cs typeface="Times New Roman"/>
              </a:rPr>
              <a:t>结构要高效的多。据说</a:t>
            </a:r>
            <a:r>
              <a:rPr kumimoji="1" lang="en-US" altLang="zh-CN" dirty="0" smtClean="0">
                <a:latin typeface="+mn-ea"/>
                <a:cs typeface="Times New Roman"/>
              </a:rPr>
              <a:t>NumPy</a:t>
            </a:r>
            <a:r>
              <a:rPr kumimoji="1" lang="zh-CN" altLang="en-US" dirty="0" smtClean="0">
                <a:latin typeface="+mn-ea"/>
                <a:cs typeface="Times New Roman"/>
              </a:rPr>
              <a:t>将</a:t>
            </a:r>
            <a:r>
              <a:rPr kumimoji="1" lang="en-US" altLang="zh-CN" dirty="0" smtClean="0">
                <a:latin typeface="+mn-ea"/>
                <a:cs typeface="Times New Roman"/>
              </a:rPr>
              <a:t>Python</a:t>
            </a:r>
            <a:r>
              <a:rPr kumimoji="1" lang="zh-CN" altLang="en-US" dirty="0" smtClean="0">
                <a:latin typeface="+mn-ea"/>
                <a:cs typeface="Times New Roman"/>
              </a:rPr>
              <a:t>相当于变成一种免费的更强大的</a:t>
            </a:r>
            <a:r>
              <a:rPr kumimoji="1" lang="en-US" altLang="zh-CN" dirty="0" err="1" smtClean="0">
                <a:latin typeface="+mn-ea"/>
                <a:cs typeface="Times New Roman"/>
              </a:rPr>
              <a:t>MatLab</a:t>
            </a:r>
            <a:r>
              <a:rPr kumimoji="1" lang="zh-CN" altLang="en-US" dirty="0" smtClean="0">
                <a:latin typeface="+mn-ea"/>
                <a:cs typeface="Times New Roman"/>
              </a:rPr>
              <a:t>系统。</a:t>
            </a:r>
            <a:endParaRPr kumimoji="1" lang="en-US" altLang="zh-CN" dirty="0" smtClean="0">
              <a:latin typeface="+mn-ea"/>
              <a:cs typeface="Times New Roman"/>
            </a:endParaRPr>
          </a:p>
          <a:p>
            <a:pPr marL="285750" indent="-285750">
              <a:lnSpc>
                <a:spcPct val="150000"/>
              </a:lnSpc>
              <a:buFont typeface="Wingdings" charset="2"/>
              <a:buChar char="p"/>
            </a:pPr>
            <a:endParaRPr kumimoji="1" lang="en-US" altLang="zh-CN" dirty="0">
              <a:latin typeface="+mn-ea"/>
              <a:cs typeface="Times New Roman"/>
            </a:endParaRPr>
          </a:p>
          <a:p>
            <a:pPr marL="285750" indent="-285750">
              <a:lnSpc>
                <a:spcPct val="150000"/>
              </a:lnSpc>
              <a:buFont typeface="Wingdings" charset="2"/>
              <a:buChar char="p"/>
            </a:pPr>
            <a:r>
              <a:rPr kumimoji="1" lang="zh-CN" altLang="en-US" dirty="0" smtClean="0">
                <a:latin typeface="+mn-ea"/>
                <a:cs typeface="Times New Roman"/>
              </a:rPr>
              <a:t>常用功能</a:t>
            </a:r>
            <a:endParaRPr kumimoji="1" lang="en-US" altLang="zh-CN" dirty="0">
              <a:latin typeface="+mn-ea"/>
              <a:cs typeface="Times New Roman"/>
            </a:endParaRPr>
          </a:p>
          <a:p>
            <a:pPr marL="742950" lvl="1" indent="-285750">
              <a:lnSpc>
                <a:spcPct val="150000"/>
              </a:lnSpc>
              <a:buFont typeface="Wingdings" charset="2"/>
              <a:buChar char="ü"/>
            </a:pPr>
            <a:r>
              <a:rPr kumimoji="1" lang="zh-CN" altLang="en-US" dirty="0" smtClean="0">
                <a:latin typeface="+mn-ea"/>
                <a:cs typeface="Times New Roman"/>
              </a:rPr>
              <a:t>新建数组或矩阵：</a:t>
            </a:r>
            <a:r>
              <a:rPr lang="pl-PL" altLang="zh-CN" dirty="0" err="1">
                <a:latin typeface="+mn-ea"/>
                <a:cs typeface="Times New Roman"/>
              </a:rPr>
              <a:t>np.array</a:t>
            </a:r>
            <a:r>
              <a:rPr lang="pl-PL" altLang="zh-CN" dirty="0">
                <a:latin typeface="+mn-ea"/>
                <a:cs typeface="Times New Roman"/>
              </a:rPr>
              <a:t>([1,2,3,4]</a:t>
            </a:r>
            <a:r>
              <a:rPr lang="pl-PL" altLang="zh-CN" dirty="0" smtClean="0">
                <a:latin typeface="+mn-ea"/>
                <a:cs typeface="Times New Roman"/>
              </a:rPr>
              <a:t>)</a:t>
            </a:r>
            <a:br>
              <a:rPr lang="pl-PL" altLang="zh-CN" dirty="0" smtClean="0">
                <a:latin typeface="+mn-ea"/>
                <a:cs typeface="Times New Roman"/>
              </a:rPr>
            </a:br>
            <a:r>
              <a:rPr lang="pl-PL" altLang="zh-CN" dirty="0" smtClean="0">
                <a:latin typeface="+mn-ea"/>
                <a:cs typeface="Times New Roman"/>
              </a:rPr>
              <a:t>				</a:t>
            </a:r>
            <a:r>
              <a:rPr lang="zh-CN" altLang="en-US" dirty="0" smtClean="0">
                <a:latin typeface="+mn-ea"/>
                <a:cs typeface="Times New Roman"/>
              </a:rPr>
              <a:t>    </a:t>
            </a:r>
            <a:r>
              <a:rPr lang="pt-BR" altLang="zh-CN" dirty="0" err="1" smtClean="0">
                <a:latin typeface="+mn-ea"/>
                <a:cs typeface="Times New Roman"/>
              </a:rPr>
              <a:t>np.array</a:t>
            </a:r>
            <a:r>
              <a:rPr lang="pt-BR" altLang="zh-CN" dirty="0">
                <a:latin typeface="+mn-ea"/>
                <a:cs typeface="Times New Roman"/>
              </a:rPr>
              <a:t>([[1,2],[3,4]]</a:t>
            </a:r>
            <a:r>
              <a:rPr lang="pt-BR" altLang="zh-CN" dirty="0" smtClean="0">
                <a:latin typeface="+mn-ea"/>
                <a:cs typeface="Times New Roman"/>
              </a:rPr>
              <a:t>)</a:t>
            </a:r>
          </a:p>
          <a:p>
            <a:pPr marL="742950" lvl="1" indent="-285750">
              <a:lnSpc>
                <a:spcPct val="150000"/>
              </a:lnSpc>
              <a:buFont typeface="Wingdings" charset="2"/>
              <a:buChar char="ü"/>
            </a:pPr>
            <a:r>
              <a:rPr lang="zh-TW" altLang="en-US" dirty="0" smtClean="0">
                <a:latin typeface="+mn-ea"/>
                <a:cs typeface="Times New Roman"/>
              </a:rPr>
              <a:t>构造特定的</a:t>
            </a:r>
            <a:r>
              <a:rPr lang="zh-CN" altLang="en-US" dirty="0" smtClean="0">
                <a:latin typeface="+mn-ea"/>
                <a:cs typeface="Times New Roman"/>
              </a:rPr>
              <a:t>数组或</a:t>
            </a:r>
            <a:r>
              <a:rPr lang="zh-TW" altLang="en-US" dirty="0" smtClean="0">
                <a:latin typeface="+mn-ea"/>
                <a:cs typeface="Times New Roman"/>
              </a:rPr>
              <a:t>矩阵</a:t>
            </a:r>
            <a:r>
              <a:rPr lang="zh-CN" altLang="zh-TW" dirty="0" smtClean="0">
                <a:latin typeface="+mn-ea"/>
                <a:cs typeface="Times New Roman"/>
              </a:rPr>
              <a:t>：</a:t>
            </a:r>
            <a:r>
              <a:rPr lang="en-US" altLang="zh-CN" dirty="0" smtClean="0">
                <a:latin typeface="+mn-ea"/>
                <a:cs typeface="Times New Roman"/>
              </a:rPr>
              <a:t/>
            </a:r>
            <a:br>
              <a:rPr lang="en-US" altLang="zh-CN" dirty="0" smtClean="0">
                <a:latin typeface="+mn-ea"/>
                <a:cs typeface="Times New Roman"/>
              </a:rPr>
            </a:br>
            <a:r>
              <a:rPr lang="en-US" altLang="zh-CN" dirty="0" err="1" smtClean="0">
                <a:latin typeface="+mn-ea"/>
              </a:rPr>
              <a:t>np.arange</a:t>
            </a:r>
            <a:r>
              <a:rPr lang="en-US" altLang="zh-CN" dirty="0">
                <a:latin typeface="+mn-ea"/>
              </a:rPr>
              <a:t>(15</a:t>
            </a:r>
            <a:r>
              <a:rPr lang="en-US" altLang="zh-CN" dirty="0" smtClean="0">
                <a:latin typeface="+mn-ea"/>
              </a:rPr>
              <a:t>)</a:t>
            </a:r>
            <a:r>
              <a:rPr lang="zh-CN" altLang="en-US" dirty="0" smtClean="0">
                <a:latin typeface="+mn-ea"/>
              </a:rPr>
              <a:t> 产生</a:t>
            </a:r>
            <a:r>
              <a:rPr lang="en-US" altLang="zh-CN" dirty="0" smtClean="0">
                <a:latin typeface="+mn-ea"/>
              </a:rPr>
              <a:t>0-14</a:t>
            </a:r>
            <a:r>
              <a:rPr lang="zh-CN" altLang="en-US" dirty="0" smtClean="0">
                <a:latin typeface="+mn-ea"/>
              </a:rPr>
              <a:t>数组</a:t>
            </a:r>
            <a:r>
              <a:rPr lang="en-US" altLang="zh-CN" dirty="0" smtClean="0">
                <a:latin typeface="+mn-ea"/>
              </a:rPr>
              <a:t/>
            </a:r>
            <a:br>
              <a:rPr lang="en-US" altLang="zh-CN" dirty="0" smtClean="0">
                <a:latin typeface="+mn-ea"/>
              </a:rPr>
            </a:br>
            <a:r>
              <a:rPr lang="en-US" altLang="zh-CN" dirty="0" err="1" smtClean="0">
                <a:latin typeface="+mn-ea"/>
                <a:cs typeface="Times New Roman"/>
              </a:rPr>
              <a:t>np.linspace</a:t>
            </a:r>
            <a:r>
              <a:rPr lang="en-US" altLang="zh-CN" dirty="0" smtClean="0">
                <a:latin typeface="+mn-ea"/>
                <a:cs typeface="Times New Roman"/>
              </a:rPr>
              <a:t>(</a:t>
            </a:r>
            <a:r>
              <a:rPr lang="fi-FI" altLang="zh-CN" dirty="0">
                <a:latin typeface="+mn-ea"/>
              </a:rPr>
              <a:t>1,3,9</a:t>
            </a:r>
            <a:r>
              <a:rPr lang="en-US" altLang="zh-CN" dirty="0" smtClean="0">
                <a:latin typeface="+mn-ea"/>
                <a:cs typeface="Times New Roman"/>
              </a:rPr>
              <a:t>)</a:t>
            </a:r>
            <a:r>
              <a:rPr lang="zh-CN" altLang="zh-CN" dirty="0">
                <a:latin typeface="+mn-ea"/>
                <a:cs typeface="Times New Roman"/>
              </a:rPr>
              <a:t> </a:t>
            </a:r>
            <a:r>
              <a:rPr lang="zh-CN" altLang="en-US" dirty="0" smtClean="0">
                <a:latin typeface="+mn-ea"/>
                <a:cs typeface="Times New Roman"/>
              </a:rPr>
              <a:t>从</a:t>
            </a:r>
            <a:r>
              <a:rPr lang="en-US" altLang="zh-CN" dirty="0" smtClean="0">
                <a:latin typeface="+mn-ea"/>
                <a:cs typeface="Times New Roman"/>
              </a:rPr>
              <a:t>1</a:t>
            </a:r>
            <a:r>
              <a:rPr lang="zh-CN" altLang="en-US" dirty="0" smtClean="0">
                <a:latin typeface="+mn-ea"/>
                <a:cs typeface="Times New Roman"/>
              </a:rPr>
              <a:t>到</a:t>
            </a:r>
            <a:r>
              <a:rPr lang="en-US" altLang="zh-CN" dirty="0" smtClean="0">
                <a:latin typeface="+mn-ea"/>
                <a:cs typeface="Times New Roman"/>
              </a:rPr>
              <a:t>3</a:t>
            </a:r>
            <a:r>
              <a:rPr lang="zh-CN" altLang="en-US" dirty="0" smtClean="0">
                <a:latin typeface="+mn-ea"/>
                <a:cs typeface="Times New Roman"/>
              </a:rPr>
              <a:t>中固定间隔取</a:t>
            </a:r>
            <a:r>
              <a:rPr lang="en-US" altLang="zh-CN" dirty="0" smtClean="0">
                <a:latin typeface="+mn-ea"/>
                <a:cs typeface="Times New Roman"/>
              </a:rPr>
              <a:t>9</a:t>
            </a:r>
            <a:r>
              <a:rPr lang="zh-CN" altLang="en-US" dirty="0" smtClean="0">
                <a:latin typeface="+mn-ea"/>
                <a:cs typeface="Times New Roman"/>
              </a:rPr>
              <a:t>个数</a:t>
            </a:r>
            <a:r>
              <a:rPr lang="en-US" altLang="zh-CN" dirty="0" smtClean="0">
                <a:latin typeface="+mn-ea"/>
                <a:cs typeface="Times New Roman"/>
              </a:rPr>
              <a:t/>
            </a:r>
            <a:br>
              <a:rPr lang="en-US" altLang="zh-CN" dirty="0" smtClean="0">
                <a:latin typeface="+mn-ea"/>
                <a:cs typeface="Times New Roman"/>
              </a:rPr>
            </a:br>
            <a:r>
              <a:rPr lang="en-US" altLang="zh-TW" dirty="0" err="1" smtClean="0">
                <a:latin typeface="+mn-ea"/>
                <a:cs typeface="Times New Roman"/>
              </a:rPr>
              <a:t>numpy.zeros</a:t>
            </a:r>
            <a:r>
              <a:rPr lang="zh-TW" altLang="en-US" dirty="0" smtClean="0">
                <a:latin typeface="+mn-ea"/>
                <a:cs typeface="Times New Roman"/>
              </a:rPr>
              <a:t>  </a:t>
            </a:r>
            <a:r>
              <a:rPr lang="en-US" altLang="zh-TW" dirty="0" err="1" smtClean="0">
                <a:latin typeface="+mn-ea"/>
                <a:cs typeface="Times New Roman"/>
              </a:rPr>
              <a:t>numpy.ones</a:t>
            </a:r>
            <a:r>
              <a:rPr lang="zh-TW" altLang="en-US" dirty="0" smtClean="0">
                <a:latin typeface="+mn-ea"/>
                <a:cs typeface="Times New Roman"/>
              </a:rPr>
              <a:t> </a:t>
            </a:r>
            <a:r>
              <a:rPr lang="en-US" altLang="zh-TW" dirty="0" err="1" smtClean="0">
                <a:latin typeface="+mn-ea"/>
                <a:cs typeface="Times New Roman"/>
              </a:rPr>
              <a:t>numpy.eye</a:t>
            </a:r>
            <a:r>
              <a:rPr lang="zh-CN" altLang="en-US" dirty="0" smtClean="0">
                <a:latin typeface="+mn-ea"/>
                <a:cs typeface="Times New Roman"/>
              </a:rPr>
              <a:t>，特殊矩阵</a:t>
            </a:r>
            <a:endParaRPr lang="en-US" altLang="zh-TW" dirty="0" smtClean="0">
              <a:latin typeface="+mn-ea"/>
              <a:cs typeface="Times New Roman"/>
            </a:endParaRPr>
          </a:p>
          <a:p>
            <a:pPr marL="742950" lvl="1" indent="-285750">
              <a:lnSpc>
                <a:spcPct val="150000"/>
              </a:lnSpc>
              <a:buFont typeface="Wingdings" charset="2"/>
              <a:buChar char="ü"/>
            </a:pPr>
            <a:r>
              <a:rPr kumimoji="1" lang="zh-CN" altLang="en-US" dirty="0" smtClean="0">
                <a:latin typeface="+mn-ea"/>
                <a:cs typeface="Times New Roman"/>
              </a:rPr>
              <a:t>获取数组的属性</a:t>
            </a:r>
            <a:r>
              <a:rPr kumimoji="1" lang="en-US" altLang="zh-CN" dirty="0" smtClean="0">
                <a:latin typeface="+mn-ea"/>
                <a:cs typeface="Times New Roman"/>
              </a:rPr>
              <a:t/>
            </a:r>
            <a:br>
              <a:rPr kumimoji="1" lang="en-US" altLang="zh-CN" dirty="0" smtClean="0">
                <a:latin typeface="+mn-ea"/>
                <a:cs typeface="Times New Roman"/>
              </a:rPr>
            </a:br>
            <a:r>
              <a:rPr lang="en-US" altLang="zh-CN" dirty="0" err="1" smtClean="0">
                <a:latin typeface="Times New Roman"/>
                <a:cs typeface="Times New Roman"/>
              </a:rPr>
              <a:t>a.ndim</a:t>
            </a:r>
            <a:r>
              <a:rPr lang="zh-CN" altLang="en-US" dirty="0" smtClean="0">
                <a:latin typeface="Times New Roman"/>
                <a:cs typeface="Times New Roman"/>
              </a:rPr>
              <a:t>(</a:t>
            </a:r>
            <a:r>
              <a:rPr lang="en-US" altLang="zh-CN" dirty="0" smtClean="0">
                <a:latin typeface="Times New Roman"/>
                <a:cs typeface="Times New Roman"/>
              </a:rPr>
              <a:t>)</a:t>
            </a:r>
            <a:r>
              <a:rPr lang="zh-CN" altLang="en-US" dirty="0" smtClean="0">
                <a:latin typeface="Times New Roman"/>
                <a:cs typeface="Times New Roman"/>
              </a:rPr>
              <a:t> </a:t>
            </a:r>
            <a:r>
              <a:rPr lang="en-US" altLang="zh-CN" dirty="0" err="1" smtClean="0">
                <a:latin typeface="Times New Roman"/>
                <a:cs typeface="Times New Roman"/>
              </a:rPr>
              <a:t>a.shape</a:t>
            </a:r>
            <a:r>
              <a:rPr lang="en-US" altLang="zh-CN" dirty="0" smtClean="0">
                <a:latin typeface="Times New Roman"/>
                <a:cs typeface="Times New Roman"/>
              </a:rPr>
              <a:t>()</a:t>
            </a:r>
            <a:r>
              <a:rPr lang="zh-CN" altLang="en-US" dirty="0" smtClean="0">
                <a:latin typeface="Times New Roman"/>
                <a:cs typeface="Times New Roman"/>
              </a:rPr>
              <a:t> </a:t>
            </a:r>
            <a:r>
              <a:rPr lang="en-US" altLang="zh-CN" dirty="0" err="1" smtClean="0">
                <a:latin typeface="Times New Roman"/>
                <a:cs typeface="Times New Roman"/>
              </a:rPr>
              <a:t>a.size</a:t>
            </a:r>
            <a:r>
              <a:rPr lang="en-US" altLang="zh-CN" dirty="0" smtClean="0">
                <a:latin typeface="Times New Roman"/>
                <a:cs typeface="Times New Roman"/>
              </a:rPr>
              <a:t>()</a:t>
            </a:r>
            <a:r>
              <a:rPr lang="zh-CN" altLang="en-US" dirty="0" smtClean="0">
                <a:latin typeface="Times New Roman"/>
                <a:cs typeface="Times New Roman"/>
              </a:rPr>
              <a:t> </a:t>
            </a:r>
            <a:r>
              <a:rPr lang="en-US" altLang="zh-CN" dirty="0" err="1" smtClean="0">
                <a:latin typeface="Times New Roman"/>
                <a:cs typeface="Times New Roman"/>
              </a:rPr>
              <a:t>a.dtype</a:t>
            </a:r>
            <a:r>
              <a:rPr lang="en-US" altLang="zh-CN" dirty="0" smtClean="0">
                <a:latin typeface="Times New Roman"/>
                <a:cs typeface="Times New Roman"/>
              </a:rPr>
              <a:t>()</a:t>
            </a:r>
            <a:r>
              <a:rPr lang="zh-CN" altLang="en-US" dirty="0" smtClean="0">
                <a:latin typeface="Times New Roman"/>
                <a:cs typeface="Times New Roman"/>
              </a:rPr>
              <a:t> 数组维数、尺寸、元素个数、元素类型</a:t>
            </a:r>
            <a:endParaRPr kumimoji="1" lang="en-US" altLang="zh-CN" dirty="0" smtClean="0">
              <a:latin typeface="Times New Roman"/>
              <a:cs typeface="Times New Roman"/>
            </a:endParaRPr>
          </a:p>
        </p:txBody>
      </p:sp>
    </p:spTree>
    <p:extLst>
      <p:ext uri="{BB962C8B-B14F-4D97-AF65-F5344CB8AC3E}">
        <p14:creationId xmlns:p14="http://schemas.microsoft.com/office/powerpoint/2010/main" val="962648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7242" y="367667"/>
            <a:ext cx="8638360" cy="6024726"/>
          </a:xfrm>
          <a:prstGeom prst="rect">
            <a:avLst/>
          </a:prstGeom>
        </p:spPr>
        <p:txBody>
          <a:bodyPr wrap="square">
            <a:spAutoFit/>
          </a:bodyPr>
          <a:lstStyle/>
          <a:p>
            <a:pPr marL="285750" indent="-285750">
              <a:buFont typeface="Wingdings" charset="2"/>
              <a:buChar char="Ø"/>
            </a:pPr>
            <a:r>
              <a:rPr kumimoji="1" lang="zh-CN" altLang="en-US" dirty="0" smtClean="0">
                <a:latin typeface="Times New Roman"/>
                <a:cs typeface="Times New Roman"/>
              </a:rPr>
              <a:t>第三方函数库：</a:t>
            </a:r>
            <a:endParaRPr kumimoji="1" lang="en-US" altLang="zh-CN" dirty="0" smtClean="0">
              <a:latin typeface="Times New Roman"/>
              <a:cs typeface="Times New Roman"/>
            </a:endParaRPr>
          </a:p>
          <a:p>
            <a:pPr marL="285750" indent="-285750">
              <a:buFont typeface="Wingdings" charset="2"/>
              <a:buChar char="Ø"/>
            </a:pPr>
            <a:endParaRPr kumimoji="1" lang="en-US" altLang="zh-CN" dirty="0">
              <a:latin typeface="Times New Roman"/>
              <a:cs typeface="Times New Roman"/>
            </a:endParaRPr>
          </a:p>
          <a:p>
            <a:pPr marL="285750" indent="-285750">
              <a:lnSpc>
                <a:spcPct val="150000"/>
              </a:lnSpc>
              <a:buFont typeface="Wingdings" charset="2"/>
              <a:buChar char="p"/>
            </a:pPr>
            <a:r>
              <a:rPr kumimoji="1" lang="en-US" altLang="zh-CN" dirty="0" err="1" smtClean="0">
                <a:latin typeface="+mn-ea"/>
                <a:cs typeface="Times New Roman"/>
              </a:rPr>
              <a:t>Scipy</a:t>
            </a:r>
            <a:r>
              <a:rPr kumimoji="1" lang="en-US" altLang="zh-CN" dirty="0" smtClean="0">
                <a:latin typeface="+mn-ea"/>
                <a:cs typeface="Times New Roman"/>
              </a:rPr>
              <a:t/>
            </a:r>
            <a:br>
              <a:rPr kumimoji="1" lang="en-US" altLang="zh-CN" dirty="0" smtClean="0">
                <a:latin typeface="+mn-ea"/>
                <a:cs typeface="Times New Roman"/>
              </a:rPr>
            </a:br>
            <a:r>
              <a:rPr kumimoji="1" lang="en-US" altLang="zh-CN" dirty="0" smtClean="0">
                <a:latin typeface="+mn-ea"/>
                <a:cs typeface="Times New Roman"/>
              </a:rPr>
              <a:t>SciPy</a:t>
            </a:r>
            <a:r>
              <a:rPr kumimoji="1" lang="zh-CN" altLang="en-US" dirty="0" smtClean="0">
                <a:latin typeface="+mn-ea"/>
                <a:cs typeface="Times New Roman"/>
              </a:rPr>
              <a:t>函数库在</a:t>
            </a:r>
            <a:r>
              <a:rPr kumimoji="1" lang="en-US" altLang="zh-CN" dirty="0" smtClean="0">
                <a:latin typeface="+mn-ea"/>
                <a:cs typeface="Times New Roman"/>
              </a:rPr>
              <a:t>NumPy</a:t>
            </a:r>
            <a:r>
              <a:rPr kumimoji="1" lang="zh-CN" altLang="en-US" dirty="0" smtClean="0">
                <a:latin typeface="+mn-ea"/>
                <a:cs typeface="Times New Roman"/>
              </a:rPr>
              <a:t>库的基础上增加了众多的数学、科学以及工程计算中常用的库函数。</a:t>
            </a:r>
            <a:r>
              <a:rPr kumimoji="1" lang="zh-CN" altLang="en-US" dirty="0" smtClean="0">
                <a:solidFill>
                  <a:srgbClr val="FF0000"/>
                </a:solidFill>
                <a:latin typeface="+mn-ea"/>
                <a:cs typeface="Times New Roman"/>
              </a:rPr>
              <a:t>例如</a:t>
            </a:r>
            <a:r>
              <a:rPr kumimoji="1" lang="zh-CN" altLang="en-US" dirty="0" smtClean="0">
                <a:solidFill>
                  <a:srgbClr val="FF0000"/>
                </a:solidFill>
                <a:latin typeface="+mn-ea"/>
                <a:cs typeface="Times New Roman"/>
              </a:rPr>
              <a:t>函数拟合、</a:t>
            </a:r>
            <a:r>
              <a:rPr kumimoji="1" lang="zh-CN" altLang="en-US" dirty="0" smtClean="0">
                <a:solidFill>
                  <a:srgbClr val="FF0000"/>
                </a:solidFill>
                <a:latin typeface="+mn-ea"/>
                <a:cs typeface="Times New Roman"/>
              </a:rPr>
              <a:t>线性代数、常微分方程数值求解、信号处理、图像处理、稀疏矩阵</a:t>
            </a:r>
            <a:r>
              <a:rPr kumimoji="1" lang="zh-CN" altLang="en-US" dirty="0" smtClean="0">
                <a:latin typeface="+mn-ea"/>
                <a:cs typeface="Times New Roman"/>
              </a:rPr>
              <a:t>等等。</a:t>
            </a:r>
            <a:endParaRPr kumimoji="1" lang="en-US" altLang="zh-CN" dirty="0">
              <a:latin typeface="+mn-ea"/>
              <a:cs typeface="Times New Roman"/>
            </a:endParaRPr>
          </a:p>
          <a:p>
            <a:pPr marL="285750" indent="-285750">
              <a:lnSpc>
                <a:spcPct val="150000"/>
              </a:lnSpc>
              <a:buFont typeface="Wingdings" charset="2"/>
              <a:buChar char="p"/>
            </a:pPr>
            <a:r>
              <a:rPr kumimoji="1" lang="zh-CN" altLang="en-US" dirty="0" smtClean="0">
                <a:latin typeface="+mn-ea"/>
                <a:cs typeface="Times New Roman"/>
              </a:rPr>
              <a:t>常用功能</a:t>
            </a:r>
            <a:endParaRPr kumimoji="1" lang="en-US" altLang="zh-CN" dirty="0">
              <a:latin typeface="+mn-ea"/>
              <a:cs typeface="Times New Roman"/>
            </a:endParaRPr>
          </a:p>
          <a:p>
            <a:pPr marL="742950" lvl="1" indent="-285750">
              <a:lnSpc>
                <a:spcPct val="150000"/>
              </a:lnSpc>
              <a:buFont typeface="Wingdings" charset="2"/>
              <a:buChar char="ü"/>
            </a:pPr>
            <a:r>
              <a:rPr kumimoji="1" lang="zh-CN" altLang="en-US" dirty="0" smtClean="0">
                <a:latin typeface="+mn-ea"/>
                <a:cs typeface="Times New Roman"/>
              </a:rPr>
              <a:t>最小二乘拟合</a:t>
            </a:r>
            <a:r>
              <a:rPr kumimoji="1" lang="en-US" altLang="zh-CN" dirty="0" smtClean="0">
                <a:latin typeface="+mn-ea"/>
                <a:cs typeface="Times New Roman"/>
              </a:rPr>
              <a:t/>
            </a:r>
            <a:br>
              <a:rPr kumimoji="1" lang="en-US" altLang="zh-CN" dirty="0" smtClean="0">
                <a:latin typeface="+mn-ea"/>
                <a:cs typeface="Times New Roman"/>
              </a:rPr>
            </a:br>
            <a:r>
              <a:rPr lang="en-US" altLang="zh-CN" dirty="0" err="1" smtClean="0">
                <a:latin typeface="+mn-ea"/>
              </a:rPr>
              <a:t>scipy.optimize</a:t>
            </a:r>
            <a:r>
              <a:rPr lang="zh-CN" altLang="en-US" dirty="0" smtClean="0">
                <a:latin typeface="+mn-ea"/>
              </a:rPr>
              <a:t>.</a:t>
            </a:r>
            <a:r>
              <a:rPr lang="en-US" altLang="zh-CN" dirty="0" err="1" smtClean="0">
                <a:latin typeface="+mn-ea"/>
              </a:rPr>
              <a:t>leastsq</a:t>
            </a:r>
            <a:endParaRPr kumimoji="1" lang="zh-CN" altLang="en-US" dirty="0" smtClean="0">
              <a:latin typeface="+mn-ea"/>
              <a:cs typeface="Times New Roman"/>
            </a:endParaRPr>
          </a:p>
          <a:p>
            <a:pPr marL="742950" lvl="1" indent="-285750">
              <a:lnSpc>
                <a:spcPct val="150000"/>
              </a:lnSpc>
              <a:buFont typeface="Wingdings" charset="2"/>
              <a:buChar char="ü"/>
            </a:pPr>
            <a:r>
              <a:rPr lang="zh-TW" altLang="en-US" dirty="0">
                <a:latin typeface="+mn-ea"/>
              </a:rPr>
              <a:t>文件输入</a:t>
            </a:r>
            <a:r>
              <a:rPr lang="en-US" altLang="zh-TW" dirty="0">
                <a:latin typeface="+mn-ea"/>
              </a:rPr>
              <a:t>/</a:t>
            </a:r>
            <a:r>
              <a:rPr lang="zh-TW" altLang="en-US" dirty="0">
                <a:latin typeface="+mn-ea"/>
              </a:rPr>
              <a:t>输</a:t>
            </a:r>
            <a:r>
              <a:rPr lang="zh-TW" altLang="en-US" dirty="0" smtClean="0">
                <a:latin typeface="+mn-ea"/>
              </a:rPr>
              <a:t>出</a:t>
            </a:r>
            <a:r>
              <a:rPr lang="en-US" altLang="zh-TW" dirty="0" smtClean="0">
                <a:latin typeface="+mn-ea"/>
              </a:rPr>
              <a:t/>
            </a:r>
            <a:br>
              <a:rPr lang="en-US" altLang="zh-TW" dirty="0" smtClean="0">
                <a:latin typeface="+mn-ea"/>
              </a:rPr>
            </a:br>
            <a:r>
              <a:rPr lang="en-US" altLang="zh-TW" dirty="0" err="1" smtClean="0">
                <a:latin typeface="+mn-ea"/>
              </a:rPr>
              <a:t>scipy.io</a:t>
            </a:r>
            <a:endParaRPr lang="en-US" altLang="zh-TW" dirty="0" smtClean="0">
              <a:latin typeface="+mn-ea"/>
            </a:endParaRPr>
          </a:p>
          <a:p>
            <a:pPr marL="742950" lvl="1" indent="-285750">
              <a:lnSpc>
                <a:spcPct val="150000"/>
              </a:lnSpc>
              <a:buFont typeface="Wingdings" charset="2"/>
              <a:buChar char="ü"/>
            </a:pPr>
            <a:r>
              <a:rPr lang="zh-TW" altLang="en-US" dirty="0" smtClean="0">
                <a:latin typeface="+mn-ea"/>
              </a:rPr>
              <a:t>快速傅里叶变换</a:t>
            </a:r>
            <a:r>
              <a:rPr lang="en-US" altLang="zh-TW" dirty="0">
                <a:latin typeface="+mn-ea"/>
              </a:rPr>
              <a:t/>
            </a:r>
            <a:br>
              <a:rPr lang="en-US" altLang="zh-TW" dirty="0">
                <a:latin typeface="+mn-ea"/>
              </a:rPr>
            </a:br>
            <a:r>
              <a:rPr lang="en-US" altLang="zh-TW" dirty="0" err="1" smtClean="0">
                <a:latin typeface="+mn-ea"/>
              </a:rPr>
              <a:t>scipy.fftpack</a:t>
            </a:r>
            <a:endParaRPr lang="en-US" altLang="zh-TW" dirty="0" smtClean="0">
              <a:latin typeface="+mn-ea"/>
            </a:endParaRPr>
          </a:p>
          <a:p>
            <a:pPr marL="742950" lvl="1" indent="-285750">
              <a:lnSpc>
                <a:spcPct val="150000"/>
              </a:lnSpc>
              <a:buFont typeface="Wingdings" charset="2"/>
              <a:buChar char="ü"/>
            </a:pPr>
            <a:r>
              <a:rPr kumimoji="1" lang="zh-CN" altLang="en-US" dirty="0" smtClean="0">
                <a:latin typeface="+mn-ea"/>
                <a:cs typeface="Times New Roman"/>
              </a:rPr>
              <a:t>非线性方程组求解</a:t>
            </a:r>
            <a:r>
              <a:rPr kumimoji="1" lang="en-US" altLang="zh-CN" dirty="0" smtClean="0">
                <a:latin typeface="+mn-ea"/>
                <a:cs typeface="Times New Roman"/>
              </a:rPr>
              <a:t/>
            </a:r>
            <a:br>
              <a:rPr kumimoji="1" lang="en-US" altLang="zh-CN" dirty="0" smtClean="0">
                <a:latin typeface="+mn-ea"/>
                <a:cs typeface="Times New Roman"/>
              </a:rPr>
            </a:br>
            <a:r>
              <a:rPr lang="en-US" altLang="zh-CN" dirty="0" err="1">
                <a:latin typeface="+mn-ea"/>
              </a:rPr>
              <a:t>fsolve</a:t>
            </a:r>
            <a:r>
              <a:rPr lang="en-US" altLang="zh-CN" dirty="0">
                <a:latin typeface="+mn-ea"/>
              </a:rPr>
              <a:t>(</a:t>
            </a:r>
            <a:r>
              <a:rPr lang="en-US" altLang="zh-CN" dirty="0" err="1">
                <a:latin typeface="+mn-ea"/>
              </a:rPr>
              <a:t>func</a:t>
            </a:r>
            <a:r>
              <a:rPr lang="en-US" altLang="zh-CN" dirty="0">
                <a:latin typeface="+mn-ea"/>
              </a:rPr>
              <a:t>, x0)</a:t>
            </a:r>
            <a:endParaRPr kumimoji="1" lang="en-US" altLang="zh-CN" dirty="0" smtClean="0">
              <a:latin typeface="+mn-ea"/>
              <a:cs typeface="Times New Roman"/>
            </a:endParaRPr>
          </a:p>
        </p:txBody>
      </p:sp>
      <p:sp>
        <p:nvSpPr>
          <p:cNvPr id="3" name="文本框 2"/>
          <p:cNvSpPr txBox="1"/>
          <p:nvPr/>
        </p:nvSpPr>
        <p:spPr>
          <a:xfrm>
            <a:off x="4626264" y="2999156"/>
            <a:ext cx="3498856" cy="3070071"/>
          </a:xfrm>
          <a:prstGeom prst="rect">
            <a:avLst/>
          </a:prstGeom>
          <a:noFill/>
        </p:spPr>
        <p:txBody>
          <a:bodyPr wrap="square" rtlCol="0">
            <a:spAutoFit/>
          </a:bodyPr>
          <a:lstStyle/>
          <a:p>
            <a:pPr marL="285750" indent="-285750">
              <a:lnSpc>
                <a:spcPct val="150000"/>
              </a:lnSpc>
              <a:buFont typeface="Wingdings" charset="2"/>
              <a:buChar char="ü"/>
            </a:pPr>
            <a:r>
              <a:rPr lang="zh-TW" altLang="en-US" sz="1600" dirty="0">
                <a:latin typeface="+mn-ea"/>
              </a:rPr>
              <a:t>统计和随</a:t>
            </a:r>
            <a:r>
              <a:rPr lang="zh-TW" altLang="en-US" sz="1600" dirty="0" smtClean="0">
                <a:latin typeface="+mn-ea"/>
              </a:rPr>
              <a:t>机数</a:t>
            </a:r>
            <a:r>
              <a:rPr lang="en-US" altLang="zh-TW" sz="1600" dirty="0" smtClean="0">
                <a:latin typeface="+mn-ea"/>
              </a:rPr>
              <a:t/>
            </a:r>
            <a:br>
              <a:rPr lang="en-US" altLang="zh-TW" sz="1600" dirty="0" smtClean="0">
                <a:latin typeface="+mn-ea"/>
              </a:rPr>
            </a:br>
            <a:r>
              <a:rPr lang="zh-TW" altLang="en-US" sz="1600" dirty="0" smtClean="0">
                <a:latin typeface="+mn-ea"/>
              </a:rPr>
              <a:t> </a:t>
            </a:r>
            <a:r>
              <a:rPr lang="en-US" altLang="zh-TW" sz="1600" dirty="0" err="1" smtClean="0">
                <a:latin typeface="+mn-ea"/>
              </a:rPr>
              <a:t>scipy.stats</a:t>
            </a:r>
            <a:endParaRPr lang="en-US" altLang="zh-TW" sz="1600" dirty="0" smtClean="0">
              <a:latin typeface="+mn-ea"/>
            </a:endParaRPr>
          </a:p>
          <a:p>
            <a:pPr marL="285750" indent="-285750">
              <a:lnSpc>
                <a:spcPct val="150000"/>
              </a:lnSpc>
              <a:buFont typeface="Wingdings" charset="2"/>
              <a:buChar char="ü"/>
            </a:pPr>
            <a:r>
              <a:rPr kumimoji="1" lang="zh-CN" altLang="en-US" sz="1600" dirty="0" smtClean="0">
                <a:latin typeface="+mn-ea"/>
              </a:rPr>
              <a:t>数值积分</a:t>
            </a:r>
            <a:r>
              <a:rPr kumimoji="1" lang="en-US" altLang="zh-CN" sz="1600" dirty="0" smtClean="0">
                <a:latin typeface="+mn-ea"/>
              </a:rPr>
              <a:t/>
            </a:r>
            <a:br>
              <a:rPr kumimoji="1" lang="en-US" altLang="zh-CN" sz="1600" dirty="0" smtClean="0">
                <a:latin typeface="+mn-ea"/>
              </a:rPr>
            </a:br>
            <a:r>
              <a:rPr kumimoji="1" lang="en-US" altLang="zh-CN" sz="1600" dirty="0" err="1" smtClean="0">
                <a:latin typeface="+mn-ea"/>
              </a:rPr>
              <a:t>scipy.integrate</a:t>
            </a:r>
            <a:endParaRPr kumimoji="1" lang="en-US" altLang="zh-CN" sz="1600" dirty="0" smtClean="0">
              <a:latin typeface="+mn-ea"/>
            </a:endParaRPr>
          </a:p>
          <a:p>
            <a:pPr marL="285750" indent="-285750">
              <a:lnSpc>
                <a:spcPct val="150000"/>
              </a:lnSpc>
              <a:buFont typeface="Wingdings" charset="2"/>
              <a:buChar char="ü"/>
            </a:pPr>
            <a:r>
              <a:rPr kumimoji="1" lang="zh-CN" altLang="en-US" sz="1600" dirty="0" smtClean="0">
                <a:latin typeface="+mn-ea"/>
              </a:rPr>
              <a:t>图像处理</a:t>
            </a:r>
            <a:r>
              <a:rPr kumimoji="1" lang="en-US" altLang="zh-CN" sz="1600" dirty="0" smtClean="0">
                <a:latin typeface="+mn-ea"/>
              </a:rPr>
              <a:t/>
            </a:r>
            <a:br>
              <a:rPr kumimoji="1" lang="en-US" altLang="zh-CN" sz="1600" dirty="0" smtClean="0">
                <a:latin typeface="+mn-ea"/>
              </a:rPr>
            </a:br>
            <a:r>
              <a:rPr kumimoji="1" lang="en-US" altLang="zh-CN" sz="1600" dirty="0" err="1" smtClean="0">
                <a:latin typeface="+mn-ea"/>
              </a:rPr>
              <a:t>scipy.ndimage</a:t>
            </a:r>
            <a:endParaRPr kumimoji="1" lang="en-US" altLang="zh-CN" sz="1600" dirty="0" smtClean="0">
              <a:latin typeface="+mn-ea"/>
            </a:endParaRPr>
          </a:p>
          <a:p>
            <a:pPr marL="285750" indent="-285750">
              <a:lnSpc>
                <a:spcPct val="150000"/>
              </a:lnSpc>
              <a:buFont typeface="Wingdings" charset="2"/>
              <a:buChar char="ü"/>
            </a:pPr>
            <a:endParaRPr kumimoji="1" lang="en-US" altLang="zh-CN" sz="1600" dirty="0">
              <a:latin typeface="+mn-ea"/>
            </a:endParaRPr>
          </a:p>
          <a:p>
            <a:pPr marL="285750" indent="-285750">
              <a:lnSpc>
                <a:spcPct val="150000"/>
              </a:lnSpc>
              <a:buFont typeface="Wingdings" charset="2"/>
              <a:buChar char="ü"/>
            </a:pPr>
            <a:r>
              <a:rPr kumimoji="1" lang="is-IS" altLang="zh-CN" sz="1600" dirty="0" smtClean="0">
                <a:latin typeface="+mn-ea"/>
              </a:rPr>
              <a:t>……</a:t>
            </a:r>
            <a:endParaRPr kumimoji="1" lang="zh-CN" altLang="en-US" sz="1600" dirty="0">
              <a:latin typeface="+mn-ea"/>
            </a:endParaRPr>
          </a:p>
        </p:txBody>
      </p:sp>
    </p:spTree>
    <p:extLst>
      <p:ext uri="{BB962C8B-B14F-4D97-AF65-F5344CB8AC3E}">
        <p14:creationId xmlns:p14="http://schemas.microsoft.com/office/powerpoint/2010/main" val="1761696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7242" y="367667"/>
            <a:ext cx="8638360" cy="2700740"/>
          </a:xfrm>
          <a:prstGeom prst="rect">
            <a:avLst/>
          </a:prstGeom>
        </p:spPr>
        <p:txBody>
          <a:bodyPr wrap="square">
            <a:spAutoFit/>
          </a:bodyPr>
          <a:lstStyle/>
          <a:p>
            <a:pPr marL="285750" indent="-285750">
              <a:buFont typeface="Wingdings" charset="2"/>
              <a:buChar char="Ø"/>
            </a:pPr>
            <a:r>
              <a:rPr kumimoji="1" lang="zh-CN" altLang="en-US" dirty="0" smtClean="0">
                <a:latin typeface="Times New Roman"/>
                <a:cs typeface="Times New Roman"/>
              </a:rPr>
              <a:t>第三方函数库：</a:t>
            </a:r>
            <a:endParaRPr kumimoji="1" lang="en-US" altLang="zh-CN" dirty="0" smtClean="0">
              <a:latin typeface="Times New Roman"/>
              <a:cs typeface="Times New Roman"/>
            </a:endParaRPr>
          </a:p>
          <a:p>
            <a:pPr marL="285750" indent="-285750">
              <a:buFont typeface="Wingdings" charset="2"/>
              <a:buChar char="Ø"/>
            </a:pPr>
            <a:endParaRPr kumimoji="1" lang="en-US" altLang="zh-CN" dirty="0">
              <a:latin typeface="Times New Roman"/>
              <a:cs typeface="Times New Roman"/>
            </a:endParaRPr>
          </a:p>
          <a:p>
            <a:pPr marL="285750" indent="-285750">
              <a:lnSpc>
                <a:spcPct val="150000"/>
              </a:lnSpc>
              <a:buFont typeface="Wingdings" charset="2"/>
              <a:buChar char="p"/>
            </a:pPr>
            <a:r>
              <a:rPr kumimoji="1" lang="en-US" altLang="zh-CN" dirty="0" smtClean="0">
                <a:latin typeface="+mn-ea"/>
                <a:cs typeface="Times New Roman"/>
              </a:rPr>
              <a:t>PIL (Python Image Library)</a:t>
            </a:r>
            <a:r>
              <a:rPr kumimoji="1" lang="en-US" altLang="zh-CN" dirty="0" smtClean="0">
                <a:latin typeface="+mn-ea"/>
                <a:cs typeface="Times New Roman"/>
              </a:rPr>
              <a:t/>
            </a:r>
            <a:br>
              <a:rPr kumimoji="1" lang="en-US" altLang="zh-CN" dirty="0" smtClean="0">
                <a:latin typeface="+mn-ea"/>
                <a:cs typeface="Times New Roman"/>
              </a:rPr>
            </a:br>
            <a:r>
              <a:rPr kumimoji="1" lang="en-US" altLang="zh-CN" dirty="0" smtClean="0">
                <a:latin typeface="+mn-ea"/>
                <a:cs typeface="Times New Roman"/>
              </a:rPr>
              <a:t>PIL</a:t>
            </a:r>
            <a:r>
              <a:rPr lang="zh-CN" altLang="en-US" dirty="0" smtClean="0"/>
              <a:t>是</a:t>
            </a:r>
            <a:r>
              <a:rPr lang="en-US" altLang="zh-CN" dirty="0"/>
              <a:t>Python</a:t>
            </a:r>
            <a:r>
              <a:rPr lang="zh-CN" altLang="en-US" dirty="0"/>
              <a:t>平台事实上的图像处理标准库</a:t>
            </a:r>
            <a:r>
              <a:rPr lang="zh-CN" altLang="en-US" dirty="0" smtClean="0"/>
              <a:t>了</a:t>
            </a:r>
            <a:r>
              <a:rPr lang="zh-CN" altLang="zh-CN" dirty="0" smtClean="0"/>
              <a:t>，</a:t>
            </a:r>
            <a:r>
              <a:rPr lang="zh-CN" altLang="en-US" dirty="0" smtClean="0"/>
              <a:t>通常用来做图像处理及分析</a:t>
            </a:r>
            <a:r>
              <a:rPr lang="zh-CN" altLang="en-US" dirty="0" smtClean="0"/>
              <a:t>。</a:t>
            </a:r>
            <a:r>
              <a:rPr lang="en-US" altLang="zh-CN" dirty="0"/>
              <a:t>PIL</a:t>
            </a:r>
            <a:r>
              <a:rPr lang="zh-CN" altLang="en-US" dirty="0"/>
              <a:t>功能非常强大，但</a:t>
            </a:r>
            <a:r>
              <a:rPr lang="en-US" altLang="zh-CN" dirty="0"/>
              <a:t>API</a:t>
            </a:r>
            <a:r>
              <a:rPr lang="zh-CN" altLang="en-US" dirty="0"/>
              <a:t>却非常简单易用</a:t>
            </a:r>
            <a:r>
              <a:rPr lang="zh-CN" altLang="en-US" dirty="0" smtClean="0"/>
              <a:t>。</a:t>
            </a:r>
            <a:endParaRPr lang="en-US" altLang="zh-CN" dirty="0" smtClean="0"/>
          </a:p>
          <a:p>
            <a:pPr marL="285750" indent="-285750">
              <a:lnSpc>
                <a:spcPct val="150000"/>
              </a:lnSpc>
              <a:buFont typeface="Wingdings" charset="2"/>
              <a:buChar char="p"/>
            </a:pPr>
            <a:r>
              <a:rPr kumimoji="1" lang="zh-CN" altLang="en-US" dirty="0" smtClean="0">
                <a:latin typeface="+mn-ea"/>
                <a:cs typeface="Times New Roman"/>
              </a:rPr>
              <a:t>常用功能</a:t>
            </a:r>
            <a:endParaRPr kumimoji="1" lang="en-US" altLang="zh-CN" dirty="0" smtClean="0">
              <a:latin typeface="+mn-ea"/>
              <a:cs typeface="Times New Roman"/>
            </a:endParaRPr>
          </a:p>
          <a:p>
            <a:pPr marL="285750" indent="-285750">
              <a:lnSpc>
                <a:spcPct val="150000"/>
              </a:lnSpc>
              <a:buFont typeface="Wingdings" charset="2"/>
              <a:buChar char="p"/>
            </a:pPr>
            <a:endParaRPr kumimoji="1" lang="en-US" altLang="zh-CN" dirty="0">
              <a:latin typeface="+mn-ea"/>
              <a:cs typeface="Times New Roman"/>
            </a:endParaRPr>
          </a:p>
        </p:txBody>
      </p:sp>
      <p:graphicFrame>
        <p:nvGraphicFramePr>
          <p:cNvPr id="3" name="图示 11"/>
          <p:cNvGraphicFramePr/>
          <p:nvPr>
            <p:extLst>
              <p:ext uri="{D42A27DB-BD31-4B8C-83A1-F6EECF244321}">
                <p14:modId xmlns:p14="http://schemas.microsoft.com/office/powerpoint/2010/main" val="3722886987"/>
              </p:ext>
            </p:extLst>
          </p:nvPr>
        </p:nvGraphicFramePr>
        <p:xfrm>
          <a:off x="1075575" y="2404943"/>
          <a:ext cx="5973972" cy="42554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1696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7242" y="367667"/>
            <a:ext cx="8638360" cy="5770812"/>
          </a:xfrm>
          <a:prstGeom prst="rect">
            <a:avLst/>
          </a:prstGeom>
        </p:spPr>
        <p:txBody>
          <a:bodyPr wrap="square">
            <a:spAutoFit/>
          </a:bodyPr>
          <a:lstStyle/>
          <a:p>
            <a:pPr marL="285750" indent="-285750">
              <a:buFont typeface="Wingdings" charset="2"/>
              <a:buChar char="Ø"/>
            </a:pPr>
            <a:r>
              <a:rPr kumimoji="1" lang="zh-CN" altLang="en-US" dirty="0" smtClean="0">
                <a:latin typeface="Times New Roman"/>
                <a:cs typeface="Times New Roman"/>
              </a:rPr>
              <a:t>第三方函数库：</a:t>
            </a:r>
            <a:endParaRPr kumimoji="1" lang="en-US" altLang="zh-CN" dirty="0" smtClean="0">
              <a:latin typeface="Times New Roman"/>
              <a:cs typeface="Times New Roman"/>
            </a:endParaRPr>
          </a:p>
          <a:p>
            <a:pPr marL="285750" indent="-285750">
              <a:buFont typeface="Wingdings" charset="2"/>
              <a:buChar char="Ø"/>
            </a:pPr>
            <a:endParaRPr kumimoji="1" lang="en-US" altLang="zh-CN" dirty="0">
              <a:latin typeface="Times New Roman"/>
              <a:cs typeface="Times New Roman"/>
            </a:endParaRPr>
          </a:p>
          <a:p>
            <a:pPr marL="285750" indent="-285750">
              <a:lnSpc>
                <a:spcPct val="150000"/>
              </a:lnSpc>
              <a:buFont typeface="Wingdings" charset="2"/>
              <a:buChar char="p"/>
            </a:pPr>
            <a:r>
              <a:rPr kumimoji="1" lang="en-US" altLang="zh-CN" dirty="0" smtClean="0">
                <a:latin typeface="+mn-ea"/>
                <a:cs typeface="Times New Roman"/>
              </a:rPr>
              <a:t>PyEpics</a:t>
            </a:r>
            <a:r>
              <a:rPr kumimoji="1" lang="en-US" altLang="zh-CN" dirty="0" smtClean="0">
                <a:latin typeface="+mn-ea"/>
                <a:cs typeface="Times New Roman"/>
              </a:rPr>
              <a:t/>
            </a:r>
            <a:br>
              <a:rPr kumimoji="1" lang="en-US" altLang="zh-CN" dirty="0" smtClean="0">
                <a:latin typeface="+mn-ea"/>
                <a:cs typeface="Times New Roman"/>
              </a:rPr>
            </a:br>
            <a:r>
              <a:rPr kumimoji="1" lang="en-US" altLang="zh-CN" dirty="0" smtClean="0">
                <a:latin typeface="+mn-ea"/>
                <a:cs typeface="Times New Roman"/>
              </a:rPr>
              <a:t>PyEpics</a:t>
            </a:r>
            <a:r>
              <a:rPr kumimoji="1" lang="zh-CN" altLang="en-US" dirty="0" smtClean="0">
                <a:latin typeface="+mn-ea"/>
                <a:cs typeface="Times New Roman"/>
              </a:rPr>
              <a:t>提供了</a:t>
            </a:r>
            <a:r>
              <a:rPr kumimoji="1" lang="en-US" altLang="zh-CN" dirty="0" smtClean="0">
                <a:latin typeface="+mn-ea"/>
                <a:cs typeface="Times New Roman"/>
              </a:rPr>
              <a:t>EPICS</a:t>
            </a:r>
            <a:r>
              <a:rPr kumimoji="1" lang="zh-CN" altLang="en-US" dirty="0" smtClean="0">
                <a:latin typeface="+mn-ea"/>
                <a:cs typeface="Times New Roman"/>
              </a:rPr>
              <a:t>与</a:t>
            </a:r>
            <a:r>
              <a:rPr kumimoji="1" lang="en-US" altLang="zh-CN" dirty="0" smtClean="0">
                <a:latin typeface="+mn-ea"/>
                <a:cs typeface="Times New Roman"/>
              </a:rPr>
              <a:t>Python</a:t>
            </a:r>
            <a:r>
              <a:rPr kumimoji="1" lang="zh-CN" altLang="en-US" dirty="0" smtClean="0">
                <a:latin typeface="+mn-ea"/>
                <a:cs typeface="Times New Roman"/>
              </a:rPr>
              <a:t>之间的基本的通讯功能。同时</a:t>
            </a:r>
            <a:r>
              <a:rPr kumimoji="1" lang="en-US" altLang="zh-CN" dirty="0" smtClean="0">
                <a:latin typeface="+mn-ea"/>
                <a:cs typeface="Times New Roman"/>
              </a:rPr>
              <a:t>PyEpics</a:t>
            </a:r>
            <a:r>
              <a:rPr kumimoji="1" lang="zh-CN" altLang="en-US" dirty="0" smtClean="0">
                <a:latin typeface="+mn-ea"/>
                <a:cs typeface="Times New Roman"/>
              </a:rPr>
              <a:t>还包含了功能较为完善的底层通道接口库和上层功能函数工具集及接口函数，如</a:t>
            </a:r>
            <a:r>
              <a:rPr kumimoji="1" lang="en-US" altLang="zh-CN" dirty="0" err="1" smtClean="0">
                <a:latin typeface="+mn-ea"/>
                <a:cs typeface="Times New Roman"/>
              </a:rPr>
              <a:t>epics.caget</a:t>
            </a:r>
            <a:r>
              <a:rPr kumimoji="1" lang="en-US" altLang="zh-CN" dirty="0" smtClean="0">
                <a:latin typeface="+mn-ea"/>
                <a:cs typeface="Times New Roman"/>
              </a:rPr>
              <a:t>()</a:t>
            </a:r>
            <a:r>
              <a:rPr kumimoji="1" lang="zh-CN" altLang="en-US" dirty="0" smtClean="0">
                <a:latin typeface="+mn-ea"/>
                <a:cs typeface="Times New Roman"/>
              </a:rPr>
              <a:t>；</a:t>
            </a:r>
            <a:r>
              <a:rPr kumimoji="1" lang="en-US" altLang="zh-CN" dirty="0" err="1" smtClean="0">
                <a:latin typeface="+mn-ea"/>
                <a:cs typeface="Times New Roman"/>
              </a:rPr>
              <a:t>epics.caput</a:t>
            </a:r>
            <a:r>
              <a:rPr kumimoji="1" lang="en-US" altLang="zh-CN" dirty="0" smtClean="0">
                <a:latin typeface="+mn-ea"/>
                <a:cs typeface="Times New Roman"/>
              </a:rPr>
              <a:t>()</a:t>
            </a:r>
            <a:r>
              <a:rPr kumimoji="1" lang="zh-CN" altLang="en-US" dirty="0" smtClean="0">
                <a:latin typeface="+mn-ea"/>
                <a:cs typeface="Times New Roman"/>
              </a:rPr>
              <a:t>等可以方便的对</a:t>
            </a:r>
            <a:r>
              <a:rPr kumimoji="1" lang="en-US" altLang="zh-CN" dirty="0" smtClean="0">
                <a:latin typeface="+mn-ea"/>
                <a:cs typeface="Times New Roman"/>
              </a:rPr>
              <a:t>EPICS</a:t>
            </a:r>
            <a:r>
              <a:rPr kumimoji="1" lang="zh-CN" altLang="en-US" dirty="0" smtClean="0">
                <a:latin typeface="+mn-ea"/>
                <a:cs typeface="Times New Roman"/>
              </a:rPr>
              <a:t>的</a:t>
            </a:r>
            <a:r>
              <a:rPr kumimoji="1" lang="en-US" altLang="zh-CN" dirty="0" smtClean="0">
                <a:latin typeface="+mn-ea"/>
                <a:cs typeface="Times New Roman"/>
              </a:rPr>
              <a:t>PV</a:t>
            </a:r>
            <a:r>
              <a:rPr kumimoji="1" lang="zh-CN" altLang="en-US" dirty="0" smtClean="0">
                <a:latin typeface="+mn-ea"/>
                <a:cs typeface="Times New Roman"/>
              </a:rPr>
              <a:t>中的数据进行读写。</a:t>
            </a:r>
          </a:p>
          <a:p>
            <a:pPr marL="285750" indent="-285750">
              <a:lnSpc>
                <a:spcPct val="150000"/>
              </a:lnSpc>
              <a:buFont typeface="Wingdings" charset="2"/>
              <a:buChar char="p"/>
            </a:pPr>
            <a:r>
              <a:rPr kumimoji="1" lang="zh-CN" altLang="en-US" dirty="0" smtClean="0">
                <a:latin typeface="+mn-ea"/>
                <a:cs typeface="Times New Roman"/>
              </a:rPr>
              <a:t>常用功能</a:t>
            </a:r>
            <a:endParaRPr kumimoji="1" lang="en-US" altLang="zh-CN" dirty="0" smtClean="0">
              <a:latin typeface="+mn-ea"/>
              <a:cs typeface="Times New Roman"/>
            </a:endParaRPr>
          </a:p>
          <a:p>
            <a:r>
              <a:rPr lang="en-US" altLang="zh-CN" b="1" dirty="0"/>
              <a:t>&gt;&gt;&gt; from</a:t>
            </a:r>
            <a:r>
              <a:rPr lang="en-US" altLang="zh-CN" dirty="0"/>
              <a:t> </a:t>
            </a:r>
            <a:r>
              <a:rPr lang="en-US" altLang="zh-CN" b="1" dirty="0"/>
              <a:t>epics</a:t>
            </a:r>
            <a:r>
              <a:rPr lang="en-US" altLang="zh-CN" dirty="0"/>
              <a:t> </a:t>
            </a:r>
            <a:r>
              <a:rPr lang="en-US" altLang="zh-CN" b="1" dirty="0"/>
              <a:t>import</a:t>
            </a:r>
            <a:r>
              <a:rPr lang="en-US" altLang="zh-CN" dirty="0"/>
              <a:t> PV</a:t>
            </a:r>
          </a:p>
          <a:p>
            <a:r>
              <a:rPr lang="it-IT" altLang="zh-CN" b="1" dirty="0"/>
              <a:t>&gt;&gt;&gt; </a:t>
            </a:r>
            <a:r>
              <a:rPr lang="it-IT" altLang="zh-CN" dirty="0"/>
              <a:t>pv1 = PV('XXX:m1.VAL'</a:t>
            </a:r>
            <a:r>
              <a:rPr lang="it-IT" altLang="zh-CN" dirty="0" smtClean="0"/>
              <a:t>)</a:t>
            </a:r>
          </a:p>
          <a:p>
            <a:endParaRPr kumimoji="1" lang="it-IT" altLang="zh-CN" dirty="0">
              <a:latin typeface="+mn-ea"/>
              <a:cs typeface="Times New Roman"/>
            </a:endParaRPr>
          </a:p>
          <a:p>
            <a:r>
              <a:rPr lang="hu-HU" altLang="zh-CN" b="1" dirty="0"/>
              <a:t>&gt;&gt;&gt; print</a:t>
            </a:r>
            <a:r>
              <a:rPr lang="hu-HU" altLang="zh-CN" dirty="0"/>
              <a:t> pv1.get(</a:t>
            </a:r>
            <a:r>
              <a:rPr lang="hu-HU" altLang="zh-CN" dirty="0" smtClean="0"/>
              <a:t>)</a:t>
            </a:r>
            <a:r>
              <a:rPr lang="zh-CN" altLang="en-US" dirty="0" smtClean="0"/>
              <a:t> </a:t>
            </a:r>
            <a:r>
              <a:rPr lang="en-US" altLang="zh-CN" dirty="0" smtClean="0"/>
              <a:t>//</a:t>
            </a:r>
            <a:r>
              <a:rPr lang="zh-CN" altLang="en-US" dirty="0" smtClean="0"/>
              <a:t> 读取数据</a:t>
            </a:r>
            <a:endParaRPr lang="hu-HU" altLang="zh-CN" dirty="0"/>
          </a:p>
          <a:p>
            <a:r>
              <a:rPr lang="is-IS" altLang="zh-CN" dirty="0" smtClean="0"/>
              <a:t>1.2001</a:t>
            </a:r>
          </a:p>
          <a:p>
            <a:r>
              <a:rPr kumimoji="1" lang="en-US" altLang="zh-CN" dirty="0" smtClean="0">
                <a:latin typeface="+mn-ea"/>
                <a:cs typeface="Times New Roman"/>
              </a:rPr>
              <a:t>or</a:t>
            </a:r>
            <a:r>
              <a:rPr kumimoji="1" lang="zh-CN" altLang="en-US" dirty="0" smtClean="0">
                <a:latin typeface="+mn-ea"/>
                <a:cs typeface="Times New Roman"/>
              </a:rPr>
              <a:t>：</a:t>
            </a:r>
            <a:endParaRPr kumimoji="1" lang="en-US" altLang="zh-CN" dirty="0" smtClean="0">
              <a:latin typeface="+mn-ea"/>
              <a:cs typeface="Times New Roman"/>
            </a:endParaRPr>
          </a:p>
          <a:p>
            <a:r>
              <a:rPr lang="en-US" altLang="zh-CN" b="1" dirty="0"/>
              <a:t>&gt;&gt;&gt; print</a:t>
            </a:r>
            <a:r>
              <a:rPr lang="en-US" altLang="zh-CN" dirty="0"/>
              <a:t> pv1.</a:t>
            </a:r>
            <a:r>
              <a:rPr lang="en-US" altLang="zh-CN" dirty="0" smtClean="0"/>
              <a:t>value</a:t>
            </a:r>
            <a:r>
              <a:rPr lang="zh-CN" altLang="en-US" dirty="0" smtClean="0"/>
              <a:t> </a:t>
            </a:r>
            <a:r>
              <a:rPr lang="is-IS" altLang="zh-CN" dirty="0" smtClean="0"/>
              <a:t>1.2001</a:t>
            </a:r>
          </a:p>
          <a:p>
            <a:endParaRPr kumimoji="1" lang="is-IS" altLang="zh-CN" dirty="0">
              <a:latin typeface="+mn-ea"/>
              <a:cs typeface="Times New Roman"/>
            </a:endParaRPr>
          </a:p>
          <a:p>
            <a:r>
              <a:rPr lang="hr-HR" altLang="zh-CN" b="1" dirty="0"/>
              <a:t>&gt;&gt;&gt; </a:t>
            </a:r>
            <a:r>
              <a:rPr lang="hr-HR" altLang="zh-CN" dirty="0"/>
              <a:t>pv1.put(1.9</a:t>
            </a:r>
            <a:r>
              <a:rPr lang="hr-HR" altLang="zh-CN" dirty="0" smtClean="0"/>
              <a:t>)</a:t>
            </a:r>
            <a:r>
              <a:rPr lang="zh-CN" altLang="en-US" dirty="0" smtClean="0"/>
              <a:t>  </a:t>
            </a:r>
            <a:r>
              <a:rPr lang="en-US" altLang="zh-CN" dirty="0" smtClean="0"/>
              <a:t> //</a:t>
            </a:r>
            <a:r>
              <a:rPr lang="zh-CN" altLang="en-US" dirty="0" smtClean="0"/>
              <a:t> 写入数据</a:t>
            </a:r>
            <a:endParaRPr lang="hr-HR" altLang="zh-CN" dirty="0" smtClean="0"/>
          </a:p>
          <a:p>
            <a:r>
              <a:rPr kumimoji="1" lang="en-US" altLang="zh-CN" dirty="0" smtClean="0">
                <a:latin typeface="+mn-ea"/>
                <a:cs typeface="Times New Roman"/>
              </a:rPr>
              <a:t>or</a:t>
            </a:r>
            <a:r>
              <a:rPr kumimoji="1" lang="zh-CN" altLang="en-US" dirty="0" smtClean="0">
                <a:latin typeface="+mn-ea"/>
                <a:cs typeface="Times New Roman"/>
              </a:rPr>
              <a:t>：</a:t>
            </a:r>
            <a:endParaRPr kumimoji="1" lang="en-US" altLang="zh-CN" dirty="0" smtClean="0">
              <a:latin typeface="+mn-ea"/>
              <a:cs typeface="Times New Roman"/>
            </a:endParaRPr>
          </a:p>
          <a:p>
            <a:r>
              <a:rPr lang="en-US" altLang="zh-CN" b="1" dirty="0"/>
              <a:t>&gt;&gt;&gt; </a:t>
            </a:r>
            <a:r>
              <a:rPr lang="en-US" altLang="zh-CN" dirty="0"/>
              <a:t>pv1.value = 1.9</a:t>
            </a:r>
            <a:endParaRPr kumimoji="1" lang="en-US" altLang="zh-CN" dirty="0">
              <a:latin typeface="+mn-ea"/>
              <a:cs typeface="Times New Roman"/>
            </a:endParaRPr>
          </a:p>
        </p:txBody>
      </p:sp>
      <p:sp>
        <p:nvSpPr>
          <p:cNvPr id="3" name="矩形 2"/>
          <p:cNvSpPr/>
          <p:nvPr/>
        </p:nvSpPr>
        <p:spPr>
          <a:xfrm>
            <a:off x="3866965" y="2991527"/>
            <a:ext cx="4572000" cy="2308324"/>
          </a:xfrm>
          <a:prstGeom prst="rect">
            <a:avLst/>
          </a:prstGeom>
        </p:spPr>
        <p:txBody>
          <a:bodyPr>
            <a:spAutoFit/>
          </a:bodyPr>
          <a:lstStyle/>
          <a:p>
            <a:r>
              <a:rPr lang="en-US" altLang="zh-CN" b="1" dirty="0"/>
              <a:t>&gt;&gt;&gt; from</a:t>
            </a:r>
            <a:r>
              <a:rPr lang="en-US" altLang="zh-CN" dirty="0"/>
              <a:t> </a:t>
            </a:r>
            <a:r>
              <a:rPr lang="en-US" altLang="zh-CN" b="1" dirty="0"/>
              <a:t>epics</a:t>
            </a:r>
            <a:r>
              <a:rPr lang="en-US" altLang="zh-CN" dirty="0"/>
              <a:t> </a:t>
            </a:r>
            <a:r>
              <a:rPr lang="en-US" altLang="zh-CN" b="1" dirty="0"/>
              <a:t>import</a:t>
            </a:r>
            <a:r>
              <a:rPr lang="en-US" altLang="zh-CN" dirty="0"/>
              <a:t> </a:t>
            </a:r>
            <a:r>
              <a:rPr lang="en-US" altLang="zh-CN" dirty="0" err="1"/>
              <a:t>caget</a:t>
            </a:r>
            <a:r>
              <a:rPr lang="en-US" altLang="zh-CN" dirty="0"/>
              <a:t>, caput, </a:t>
            </a:r>
            <a:r>
              <a:rPr lang="en-US" altLang="zh-CN" dirty="0" err="1" smtClean="0"/>
              <a:t>cainfo</a:t>
            </a:r>
            <a:endParaRPr lang="en-US" altLang="zh-CN" dirty="0" smtClean="0"/>
          </a:p>
          <a:p>
            <a:r>
              <a:rPr lang="en-US" altLang="zh-CN" b="1" dirty="0"/>
              <a:t>&gt;&gt;&gt; print</a:t>
            </a:r>
            <a:r>
              <a:rPr lang="en-US" altLang="zh-CN" dirty="0"/>
              <a:t> </a:t>
            </a:r>
            <a:r>
              <a:rPr lang="en-US" altLang="zh-CN" dirty="0" err="1"/>
              <a:t>caget</a:t>
            </a:r>
            <a:r>
              <a:rPr lang="en-US" altLang="zh-CN" dirty="0"/>
              <a:t>('XXX:m1.VAL')     </a:t>
            </a:r>
            <a:r>
              <a:rPr lang="en-US" altLang="zh-CN" i="1" dirty="0"/>
              <a:t># A double PV</a:t>
            </a:r>
            <a:endParaRPr lang="en-US" altLang="zh-CN" dirty="0"/>
          </a:p>
          <a:p>
            <a:r>
              <a:rPr lang="is-IS" altLang="zh-CN" dirty="0"/>
              <a:t>0.10000000000000001</a:t>
            </a:r>
            <a:endParaRPr lang="en-US" altLang="zh-CN" dirty="0"/>
          </a:p>
          <a:p>
            <a:r>
              <a:rPr lang="ro-RO" altLang="zh-CN" b="1" dirty="0"/>
              <a:t>&gt;&gt;&gt; </a:t>
            </a:r>
            <a:r>
              <a:rPr lang="ro-RO" altLang="zh-CN" dirty="0"/>
              <a:t>caput('XXX:m1.VAL',2.30)</a:t>
            </a:r>
          </a:p>
          <a:p>
            <a:r>
              <a:rPr lang="ro-RO" altLang="zh-CN" dirty="0"/>
              <a:t>1</a:t>
            </a:r>
          </a:p>
          <a:p>
            <a:r>
              <a:rPr lang="en-US" altLang="zh-CN" b="1" dirty="0"/>
              <a:t>&gt;&gt;&gt; </a:t>
            </a:r>
            <a:r>
              <a:rPr lang="en-US" altLang="zh-CN" dirty="0"/>
              <a:t>caput('XXX:m1.VAL',-2.30, wait=True)</a:t>
            </a:r>
          </a:p>
          <a:p>
            <a:r>
              <a:rPr lang="en-US" altLang="zh-CN" b="1" dirty="0"/>
              <a:t>... </a:t>
            </a:r>
            <a:r>
              <a:rPr lang="en-US" altLang="zh-CN" dirty="0"/>
              <a:t>waits a few seconds ...</a:t>
            </a:r>
          </a:p>
          <a:p>
            <a:r>
              <a:rPr lang="en-US" altLang="zh-CN" dirty="0"/>
              <a:t>1</a:t>
            </a:r>
            <a:endParaRPr lang="zh-CN" altLang="en-US" dirty="0"/>
          </a:p>
        </p:txBody>
      </p:sp>
    </p:spTree>
    <p:extLst>
      <p:ext uri="{BB962C8B-B14F-4D97-AF65-F5344CB8AC3E}">
        <p14:creationId xmlns:p14="http://schemas.microsoft.com/office/powerpoint/2010/main" val="1761696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2190" y="289883"/>
            <a:ext cx="8314238" cy="2031325"/>
          </a:xfrm>
          <a:prstGeom prst="rect">
            <a:avLst/>
          </a:prstGeom>
        </p:spPr>
        <p:txBody>
          <a:bodyPr wrap="square">
            <a:spAutoFit/>
          </a:bodyPr>
          <a:lstStyle/>
          <a:p>
            <a:pPr marL="342900" indent="-342900">
              <a:buFont typeface="Wingdings" charset="2"/>
              <a:buChar char="Ø"/>
            </a:pPr>
            <a:r>
              <a:rPr kumimoji="1" lang="en-US" altLang="en-US" dirty="0" smtClean="0"/>
              <a:t>软件界面</a:t>
            </a:r>
            <a:r>
              <a:rPr kumimoji="1" lang="en-US" altLang="en-US" dirty="0" smtClean="0"/>
              <a:t>开发</a:t>
            </a:r>
            <a:r>
              <a:rPr kumimoji="1" lang="en-US" altLang="en-US" dirty="0" smtClean="0"/>
              <a:t>：</a:t>
            </a:r>
          </a:p>
          <a:p>
            <a:pPr marL="342900" indent="-342900">
              <a:buFont typeface="Wingdings" charset="2"/>
              <a:buChar char="Ø"/>
            </a:pPr>
            <a:endParaRPr kumimoji="1" lang="en-US" altLang="en-US" dirty="0" smtClean="0"/>
          </a:p>
          <a:p>
            <a:pPr marL="285750" indent="-285750">
              <a:buFont typeface="Wingdings" charset="2"/>
              <a:buChar char="p"/>
            </a:pPr>
            <a:r>
              <a:rPr kumimoji="1" lang="en-US" altLang="en-US" dirty="0" smtClean="0"/>
              <a:t>PyQt</a:t>
            </a:r>
          </a:p>
          <a:p>
            <a:r>
              <a:rPr lang="en-US" altLang="zh-CN" dirty="0" smtClean="0"/>
              <a:t>	</a:t>
            </a:r>
            <a:r>
              <a:rPr lang="zh-CN" altLang="en-US" dirty="0" smtClean="0"/>
              <a:t>作为</a:t>
            </a:r>
            <a:r>
              <a:rPr lang="en-US" altLang="zh-CN" dirty="0" smtClean="0"/>
              <a:t>Python</a:t>
            </a:r>
            <a:r>
              <a:rPr lang="zh-CN" altLang="en-US" dirty="0" smtClean="0"/>
              <a:t>编程语言和</a:t>
            </a:r>
            <a:r>
              <a:rPr lang="en-US" altLang="zh-CN" dirty="0" err="1" smtClean="0"/>
              <a:t>Qt</a:t>
            </a:r>
            <a:r>
              <a:rPr lang="zh-CN" altLang="en-US" dirty="0" smtClean="0"/>
              <a:t>库的融合，它不但集合了</a:t>
            </a:r>
            <a:r>
              <a:rPr lang="en-US" altLang="zh-CN" dirty="0" smtClean="0"/>
              <a:t>python</a:t>
            </a:r>
            <a:r>
              <a:rPr lang="zh-CN" altLang="en-US" dirty="0" smtClean="0"/>
              <a:t>可移植、跨平台的特性，可以运行在所有主要的操作系统上，同时还继承了</a:t>
            </a:r>
            <a:r>
              <a:rPr lang="en-US" altLang="zh-CN" dirty="0" err="1" smtClean="0"/>
              <a:t>Qt</a:t>
            </a:r>
            <a:r>
              <a:rPr lang="zh-CN" altLang="en-US" dirty="0" smtClean="0"/>
              <a:t>种类繁多的窗口构件和其信号</a:t>
            </a:r>
            <a:r>
              <a:rPr lang="en-US" altLang="zh-CN" dirty="0" smtClean="0"/>
              <a:t>/</a:t>
            </a:r>
            <a:r>
              <a:rPr lang="zh-CN" altLang="en-US" dirty="0" smtClean="0"/>
              <a:t>槽（</a:t>
            </a:r>
            <a:r>
              <a:rPr lang="en-US" altLang="zh-CN" dirty="0" smtClean="0"/>
              <a:t>Signal/Slot</a:t>
            </a:r>
            <a:r>
              <a:rPr lang="zh-CN" altLang="en-US" dirty="0" smtClean="0"/>
              <a:t>）的编程风格，在开发和可维护方面都有着独特的优势。而这种独特的通信机制可以将原本互不相干的对象关联起来，实现对象间的通信 </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bwMode="auto">
          <a:xfrm>
            <a:off x="342190" y="2321207"/>
            <a:ext cx="4413662" cy="3587621"/>
          </a:xfrm>
          <a:prstGeom prst="rect">
            <a:avLst/>
          </a:prstGeom>
          <a:noFill/>
          <a:ln>
            <a:noFill/>
          </a:ln>
        </p:spPr>
      </p:pic>
      <p:sp>
        <p:nvSpPr>
          <p:cNvPr id="4" name="文本框 3"/>
          <p:cNvSpPr txBox="1"/>
          <p:nvPr/>
        </p:nvSpPr>
        <p:spPr>
          <a:xfrm>
            <a:off x="958946" y="6099944"/>
            <a:ext cx="2852063" cy="369332"/>
          </a:xfrm>
          <a:prstGeom prst="rect">
            <a:avLst/>
          </a:prstGeom>
          <a:noFill/>
        </p:spPr>
        <p:txBody>
          <a:bodyPr wrap="none" rtlCol="0">
            <a:spAutoFit/>
          </a:bodyPr>
          <a:lstStyle/>
          <a:p>
            <a:pPr marL="285750" indent="-285750">
              <a:buFont typeface="Arial"/>
              <a:buChar char="•"/>
            </a:pPr>
            <a:r>
              <a:rPr kumimoji="1" lang="en-US" altLang="zh-CN" dirty="0" smtClean="0"/>
              <a:t>PyQt</a:t>
            </a:r>
            <a:r>
              <a:rPr kumimoji="1" lang="zh-CN" altLang="en-US" dirty="0" smtClean="0"/>
              <a:t> 信号</a:t>
            </a:r>
            <a:r>
              <a:rPr kumimoji="1" lang="en-US" altLang="zh-CN" dirty="0" smtClean="0"/>
              <a:t>/</a:t>
            </a:r>
            <a:r>
              <a:rPr kumimoji="1" lang="zh-CN" altLang="en-US" dirty="0" smtClean="0"/>
              <a:t>槽 通信机制</a:t>
            </a:r>
            <a:endParaRPr kumimoji="1" lang="zh-CN" altLang="en-US" dirty="0"/>
          </a:p>
        </p:txBody>
      </p:sp>
      <p:sp>
        <p:nvSpPr>
          <p:cNvPr id="5" name="文本框 4"/>
          <p:cNvSpPr txBox="1"/>
          <p:nvPr/>
        </p:nvSpPr>
        <p:spPr>
          <a:xfrm>
            <a:off x="479472" y="6469276"/>
            <a:ext cx="4108817" cy="369332"/>
          </a:xfrm>
          <a:prstGeom prst="rect">
            <a:avLst/>
          </a:prstGeom>
          <a:noFill/>
        </p:spPr>
        <p:txBody>
          <a:bodyPr wrap="none" rtlCol="0">
            <a:spAutoFit/>
          </a:bodyPr>
          <a:lstStyle/>
          <a:p>
            <a:pPr marL="285750" indent="-285750">
              <a:buFont typeface="Arial"/>
              <a:buChar char="•"/>
            </a:pPr>
            <a:r>
              <a:rPr kumimoji="1" lang="zh-CN" altLang="en-US" dirty="0" smtClean="0"/>
              <a:t>信号</a:t>
            </a:r>
            <a:r>
              <a:rPr kumimoji="1" lang="en-US" altLang="zh-CN" dirty="0" smtClean="0"/>
              <a:t>/</a:t>
            </a:r>
            <a:r>
              <a:rPr kumimoji="1" lang="zh-CN" altLang="en-US" dirty="0" smtClean="0"/>
              <a:t>槽可以一对多，也可以多对一。</a:t>
            </a:r>
            <a:endParaRPr kumimoji="1" lang="zh-CN" altLang="en-US" dirty="0"/>
          </a:p>
        </p:txBody>
      </p:sp>
      <p:sp>
        <p:nvSpPr>
          <p:cNvPr id="6" name="文本框 5"/>
          <p:cNvSpPr txBox="1"/>
          <p:nvPr/>
        </p:nvSpPr>
        <p:spPr>
          <a:xfrm>
            <a:off x="4846564" y="2928499"/>
            <a:ext cx="3900576" cy="1200329"/>
          </a:xfrm>
          <a:prstGeom prst="rect">
            <a:avLst/>
          </a:prstGeom>
          <a:solidFill>
            <a:schemeClr val="accent6"/>
          </a:solidFill>
          <a:ln>
            <a:solidFill>
              <a:srgbClr val="000000"/>
            </a:solidFill>
            <a:prstDash val="sysDash"/>
          </a:ln>
        </p:spPr>
        <p:txBody>
          <a:bodyPr wrap="square" rtlCol="0">
            <a:spAutoFit/>
          </a:bodyPr>
          <a:lstStyle/>
          <a:p>
            <a:r>
              <a:rPr kumimoji="1" lang="zh-CN" altLang="en-US" dirty="0" smtClean="0"/>
              <a:t>简单来说，就是</a:t>
            </a:r>
            <a:r>
              <a:rPr kumimoji="1" lang="en-US" altLang="zh-CN" dirty="0" smtClean="0"/>
              <a:t>PyQt</a:t>
            </a:r>
            <a:r>
              <a:rPr kumimoji="1" lang="zh-CN" altLang="en-US" dirty="0" smtClean="0"/>
              <a:t>提供了很多图形化的窗口构件，其中包含了</a:t>
            </a:r>
            <a:r>
              <a:rPr kumimoji="1" lang="en-US" altLang="zh-CN" dirty="0" err="1" smtClean="0"/>
              <a:t>Qt</a:t>
            </a:r>
            <a:r>
              <a:rPr kumimoji="1" lang="zh-CN" altLang="en-US" dirty="0" smtClean="0"/>
              <a:t>的构件。如按钮、显示框、复选框、显示栏等等。可以用来制作</a:t>
            </a:r>
            <a:r>
              <a:rPr kumimoji="1" lang="en-US" altLang="zh-CN" dirty="0" smtClean="0"/>
              <a:t>GUI</a:t>
            </a:r>
            <a:r>
              <a:rPr kumimoji="1" lang="zh-CN" altLang="en-US" dirty="0" smtClean="0"/>
              <a:t>。</a:t>
            </a:r>
            <a:endParaRPr kumimoji="1" lang="zh-CN" altLang="en-US" dirty="0"/>
          </a:p>
        </p:txBody>
      </p:sp>
    </p:spTree>
    <p:extLst>
      <p:ext uri="{BB962C8B-B14F-4D97-AF65-F5344CB8AC3E}">
        <p14:creationId xmlns:p14="http://schemas.microsoft.com/office/powerpoint/2010/main" val="1761696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233" y="375743"/>
            <a:ext cx="4572000" cy="923330"/>
          </a:xfrm>
          <a:prstGeom prst="rect">
            <a:avLst/>
          </a:prstGeom>
        </p:spPr>
        <p:txBody>
          <a:bodyPr>
            <a:spAutoFit/>
          </a:bodyPr>
          <a:lstStyle/>
          <a:p>
            <a:pPr marL="342900" indent="-342900">
              <a:buFont typeface="Wingdings" charset="2"/>
              <a:buChar char="Ø"/>
            </a:pPr>
            <a:r>
              <a:rPr kumimoji="1" lang="en-US" altLang="en-US" dirty="0" smtClean="0"/>
              <a:t>软件界面开发：</a:t>
            </a:r>
          </a:p>
          <a:p>
            <a:pPr marL="342900" indent="-342900">
              <a:buFont typeface="Wingdings" charset="2"/>
              <a:buChar char="Ø"/>
            </a:pPr>
            <a:endParaRPr kumimoji="1" lang="en-US" altLang="en-US" dirty="0" smtClean="0"/>
          </a:p>
          <a:p>
            <a:pPr marL="285750" indent="-285750">
              <a:buFont typeface="Wingdings" charset="2"/>
              <a:buChar char="p"/>
            </a:pPr>
            <a:r>
              <a:rPr kumimoji="1" lang="en-US" altLang="en-US" dirty="0" smtClean="0"/>
              <a:t>PyQt</a:t>
            </a:r>
            <a:r>
              <a:rPr kumimoji="1" lang="zh-CN" altLang="en-US" dirty="0" smtClean="0"/>
              <a:t>窗口控件示例</a:t>
            </a:r>
            <a:endParaRPr kumimoji="1" lang="en-US" altLang="en-US" dirty="0" smtClean="0"/>
          </a:p>
        </p:txBody>
      </p:sp>
      <p:pic>
        <p:nvPicPr>
          <p:cNvPr id="3" name="图片 2"/>
          <p:cNvPicPr>
            <a:picLocks noChangeAspect="1"/>
          </p:cNvPicPr>
          <p:nvPr/>
        </p:nvPicPr>
        <p:blipFill>
          <a:blip r:embed="rId2"/>
          <a:stretch>
            <a:fillRect/>
          </a:stretch>
        </p:blipFill>
        <p:spPr>
          <a:xfrm>
            <a:off x="588408" y="1681159"/>
            <a:ext cx="2068131" cy="1426850"/>
          </a:xfrm>
          <a:prstGeom prst="rect">
            <a:avLst/>
          </a:prstGeom>
        </p:spPr>
      </p:pic>
      <p:pic>
        <p:nvPicPr>
          <p:cNvPr id="4" name="图片 3"/>
          <p:cNvPicPr>
            <a:picLocks noChangeAspect="1"/>
          </p:cNvPicPr>
          <p:nvPr/>
        </p:nvPicPr>
        <p:blipFill>
          <a:blip r:embed="rId3"/>
          <a:stretch>
            <a:fillRect/>
          </a:stretch>
        </p:blipFill>
        <p:spPr>
          <a:xfrm>
            <a:off x="3468889" y="1657391"/>
            <a:ext cx="2090404" cy="1437153"/>
          </a:xfrm>
          <a:prstGeom prst="rect">
            <a:avLst/>
          </a:prstGeom>
        </p:spPr>
      </p:pic>
      <p:pic>
        <p:nvPicPr>
          <p:cNvPr id="5" name="图片 4"/>
          <p:cNvPicPr>
            <a:picLocks noChangeAspect="1"/>
          </p:cNvPicPr>
          <p:nvPr/>
        </p:nvPicPr>
        <p:blipFill>
          <a:blip r:embed="rId4"/>
          <a:stretch>
            <a:fillRect/>
          </a:stretch>
        </p:blipFill>
        <p:spPr>
          <a:xfrm>
            <a:off x="6436436" y="1657391"/>
            <a:ext cx="2103363" cy="1446062"/>
          </a:xfrm>
          <a:prstGeom prst="rect">
            <a:avLst/>
          </a:prstGeom>
        </p:spPr>
      </p:pic>
      <p:pic>
        <p:nvPicPr>
          <p:cNvPr id="6" name="图片 5"/>
          <p:cNvPicPr>
            <a:picLocks noChangeAspect="1"/>
          </p:cNvPicPr>
          <p:nvPr/>
        </p:nvPicPr>
        <p:blipFill>
          <a:blip r:embed="rId5"/>
          <a:stretch>
            <a:fillRect/>
          </a:stretch>
        </p:blipFill>
        <p:spPr>
          <a:xfrm>
            <a:off x="588408" y="3328828"/>
            <a:ext cx="2102401" cy="1556323"/>
          </a:xfrm>
          <a:prstGeom prst="rect">
            <a:avLst/>
          </a:prstGeom>
        </p:spPr>
      </p:pic>
      <p:pic>
        <p:nvPicPr>
          <p:cNvPr id="7" name="图片 6"/>
          <p:cNvPicPr>
            <a:picLocks noChangeAspect="1"/>
          </p:cNvPicPr>
          <p:nvPr/>
        </p:nvPicPr>
        <p:blipFill>
          <a:blip r:embed="rId6"/>
          <a:stretch>
            <a:fillRect/>
          </a:stretch>
        </p:blipFill>
        <p:spPr>
          <a:xfrm>
            <a:off x="3131962" y="3328828"/>
            <a:ext cx="2670509" cy="1556323"/>
          </a:xfrm>
          <a:prstGeom prst="rect">
            <a:avLst/>
          </a:prstGeom>
        </p:spPr>
      </p:pic>
      <p:pic>
        <p:nvPicPr>
          <p:cNvPr id="8" name="图片 7"/>
          <p:cNvPicPr>
            <a:picLocks noChangeAspect="1"/>
          </p:cNvPicPr>
          <p:nvPr/>
        </p:nvPicPr>
        <p:blipFill>
          <a:blip r:embed="rId7"/>
          <a:stretch>
            <a:fillRect/>
          </a:stretch>
        </p:blipFill>
        <p:spPr>
          <a:xfrm>
            <a:off x="6112469" y="3328828"/>
            <a:ext cx="2590394" cy="2197910"/>
          </a:xfrm>
          <a:prstGeom prst="rect">
            <a:avLst/>
          </a:prstGeom>
        </p:spPr>
      </p:pic>
      <p:pic>
        <p:nvPicPr>
          <p:cNvPr id="9" name="图片 8"/>
          <p:cNvPicPr>
            <a:picLocks noChangeAspect="1"/>
          </p:cNvPicPr>
          <p:nvPr/>
        </p:nvPicPr>
        <p:blipFill>
          <a:blip r:embed="rId8"/>
          <a:stretch>
            <a:fillRect/>
          </a:stretch>
        </p:blipFill>
        <p:spPr>
          <a:xfrm>
            <a:off x="588408" y="5277927"/>
            <a:ext cx="2102401" cy="1450494"/>
          </a:xfrm>
          <a:prstGeom prst="rect">
            <a:avLst/>
          </a:prstGeom>
        </p:spPr>
      </p:pic>
      <p:pic>
        <p:nvPicPr>
          <p:cNvPr id="10" name="图片 9"/>
          <p:cNvPicPr>
            <a:picLocks noChangeAspect="1"/>
          </p:cNvPicPr>
          <p:nvPr/>
        </p:nvPicPr>
        <p:blipFill>
          <a:blip r:embed="rId9"/>
          <a:stretch>
            <a:fillRect/>
          </a:stretch>
        </p:blipFill>
        <p:spPr>
          <a:xfrm>
            <a:off x="3468889" y="5277927"/>
            <a:ext cx="2427331" cy="1449882"/>
          </a:xfrm>
          <a:prstGeom prst="rect">
            <a:avLst/>
          </a:prstGeom>
        </p:spPr>
      </p:pic>
    </p:spTree>
    <p:extLst>
      <p:ext uri="{BB962C8B-B14F-4D97-AF65-F5344CB8AC3E}">
        <p14:creationId xmlns:p14="http://schemas.microsoft.com/office/powerpoint/2010/main" val="1761696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0357" y="285037"/>
            <a:ext cx="8068020" cy="2308324"/>
          </a:xfrm>
          <a:prstGeom prst="rect">
            <a:avLst/>
          </a:prstGeom>
        </p:spPr>
        <p:txBody>
          <a:bodyPr wrap="square">
            <a:spAutoFit/>
          </a:bodyPr>
          <a:lstStyle/>
          <a:p>
            <a:pPr marL="342900" indent="-342900">
              <a:buFont typeface="Wingdings" charset="2"/>
              <a:buChar char="Ø"/>
            </a:pPr>
            <a:r>
              <a:rPr kumimoji="1" lang="en-US" altLang="en-US" dirty="0" smtClean="0"/>
              <a:t>软件界面开发：</a:t>
            </a:r>
          </a:p>
          <a:p>
            <a:pPr marL="342900" indent="-342900">
              <a:buFont typeface="Wingdings" charset="2"/>
              <a:buChar char="Ø"/>
            </a:pPr>
            <a:endParaRPr kumimoji="1" lang="en-US" altLang="en-US" dirty="0" smtClean="0"/>
          </a:p>
          <a:p>
            <a:pPr marL="285750" indent="-285750">
              <a:buFont typeface="Wingdings" charset="2"/>
              <a:buChar char="p"/>
            </a:pPr>
            <a:r>
              <a:rPr kumimoji="1" lang="en-US" altLang="en-US" dirty="0" err="1" smtClean="0"/>
              <a:t>Qt</a:t>
            </a:r>
            <a:r>
              <a:rPr kumimoji="1" lang="en-US" altLang="en-US" dirty="0" smtClean="0"/>
              <a:t> designer / </a:t>
            </a:r>
            <a:r>
              <a:rPr kumimoji="1" lang="en-US" altLang="en-US" dirty="0" err="1" smtClean="0"/>
              <a:t>Qt</a:t>
            </a:r>
            <a:r>
              <a:rPr kumimoji="1" lang="en-US" altLang="en-US" dirty="0" smtClean="0"/>
              <a:t> Creator</a:t>
            </a:r>
            <a:br>
              <a:rPr kumimoji="1" lang="en-US" altLang="en-US" dirty="0" smtClean="0"/>
            </a:br>
            <a:r>
              <a:rPr kumimoji="1" lang="en-US" altLang="en-US" dirty="0" err="1" smtClean="0"/>
              <a:t>制作GUI时，最原始的做法</a:t>
            </a:r>
            <a:r>
              <a:rPr kumimoji="1" lang="en-US" altLang="en-US" dirty="0" err="1" smtClean="0"/>
              <a:t>是“命令行”型，手动指定窗口、按钮等的大小、位置，颜色等，费时费力</a:t>
            </a:r>
            <a:r>
              <a:rPr kumimoji="1" lang="en-US" altLang="en-US" dirty="0" smtClean="0"/>
              <a:t>。</a:t>
            </a:r>
            <a:r>
              <a:rPr kumimoji="1" lang="en-US" altLang="en-US" dirty="0" smtClean="0"/>
              <a:t/>
            </a:r>
            <a:br>
              <a:rPr kumimoji="1" lang="en-US" altLang="en-US" dirty="0" smtClean="0"/>
            </a:br>
            <a:r>
              <a:rPr kumimoji="1" lang="en-US" altLang="en-US" dirty="0" err="1" smtClean="0"/>
              <a:t>Qt</a:t>
            </a:r>
            <a:r>
              <a:rPr kumimoji="1" lang="en-US" altLang="en-US" dirty="0" smtClean="0"/>
              <a:t> designer </a:t>
            </a:r>
            <a:r>
              <a:rPr kumimoji="1" lang="en-US" altLang="en-US" dirty="0" err="1" smtClean="0"/>
              <a:t>将常用的Qt</a:t>
            </a:r>
            <a:r>
              <a:rPr kumimoji="1" lang="en-US" altLang="en-US" dirty="0" err="1" smtClean="0"/>
              <a:t>控件集合在一起，可以方便的用鼠标直接拖动进行GUI编写</a:t>
            </a:r>
            <a:r>
              <a:rPr kumimoji="1" lang="en-US" altLang="en-US" dirty="0" smtClean="0"/>
              <a:t>。</a:t>
            </a:r>
            <a:br>
              <a:rPr kumimoji="1" lang="en-US" altLang="en-US" dirty="0" smtClean="0"/>
            </a:br>
            <a:endParaRPr kumimoji="1" lang="en-US" altLang="en-US" dirty="0" smtClean="0"/>
          </a:p>
        </p:txBody>
      </p:sp>
      <p:pic>
        <p:nvPicPr>
          <p:cNvPr id="4" name="图片 3"/>
          <p:cNvPicPr>
            <a:picLocks noChangeAspect="1"/>
          </p:cNvPicPr>
          <p:nvPr/>
        </p:nvPicPr>
        <p:blipFill>
          <a:blip r:embed="rId2"/>
          <a:stretch>
            <a:fillRect/>
          </a:stretch>
        </p:blipFill>
        <p:spPr>
          <a:xfrm>
            <a:off x="4896691" y="2424907"/>
            <a:ext cx="4143639" cy="2975269"/>
          </a:xfrm>
          <a:prstGeom prst="rect">
            <a:avLst/>
          </a:prstGeom>
        </p:spPr>
      </p:pic>
      <p:pic>
        <p:nvPicPr>
          <p:cNvPr id="5" name="图片 4"/>
          <p:cNvPicPr>
            <a:picLocks noChangeAspect="1"/>
          </p:cNvPicPr>
          <p:nvPr/>
        </p:nvPicPr>
        <p:blipFill>
          <a:blip r:embed="rId3"/>
          <a:stretch>
            <a:fillRect/>
          </a:stretch>
        </p:blipFill>
        <p:spPr>
          <a:xfrm>
            <a:off x="160770" y="2424907"/>
            <a:ext cx="3706426" cy="3224083"/>
          </a:xfrm>
          <a:prstGeom prst="rect">
            <a:avLst/>
          </a:prstGeom>
          <a:ln>
            <a:solidFill>
              <a:schemeClr val="tx1"/>
            </a:solidFill>
          </a:ln>
        </p:spPr>
      </p:pic>
      <p:sp>
        <p:nvSpPr>
          <p:cNvPr id="6" name="右箭头 5"/>
          <p:cNvSpPr/>
          <p:nvPr/>
        </p:nvSpPr>
        <p:spPr>
          <a:xfrm>
            <a:off x="3867196" y="3744850"/>
            <a:ext cx="1029495" cy="298033"/>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5611999" y="5954666"/>
            <a:ext cx="889674" cy="369332"/>
          </a:xfrm>
          <a:prstGeom prst="rect">
            <a:avLst/>
          </a:prstGeom>
          <a:noFill/>
          <a:ln>
            <a:solidFill>
              <a:srgbClr val="000000"/>
            </a:solidFill>
          </a:ln>
        </p:spPr>
        <p:txBody>
          <a:bodyPr wrap="none" rtlCol="0">
            <a:spAutoFit/>
          </a:bodyPr>
          <a:lstStyle/>
          <a:p>
            <a:r>
              <a:rPr kumimoji="1" lang="zh-CN" altLang="en-US" dirty="0" smtClean="0"/>
              <a:t> </a:t>
            </a:r>
            <a:r>
              <a:rPr kumimoji="1" lang="en-US" altLang="zh-CN" dirty="0" smtClean="0"/>
              <a:t>xxx</a:t>
            </a:r>
            <a:r>
              <a:rPr kumimoji="1" lang="zh-CN" altLang="en-US" dirty="0" smtClean="0"/>
              <a:t>.</a:t>
            </a:r>
            <a:r>
              <a:rPr kumimoji="1" lang="en-US" altLang="zh-CN" dirty="0" err="1" smtClean="0"/>
              <a:t>ui</a:t>
            </a:r>
            <a:endParaRPr kumimoji="1" lang="zh-CN" altLang="en-US" dirty="0"/>
          </a:p>
        </p:txBody>
      </p:sp>
      <p:sp>
        <p:nvSpPr>
          <p:cNvPr id="8" name="文本框 7"/>
          <p:cNvSpPr txBox="1"/>
          <p:nvPr/>
        </p:nvSpPr>
        <p:spPr>
          <a:xfrm>
            <a:off x="2646241" y="5925140"/>
            <a:ext cx="1262410" cy="369332"/>
          </a:xfrm>
          <a:prstGeom prst="rect">
            <a:avLst/>
          </a:prstGeom>
          <a:noFill/>
          <a:ln>
            <a:solidFill>
              <a:srgbClr val="000000"/>
            </a:solidFill>
          </a:ln>
        </p:spPr>
        <p:txBody>
          <a:bodyPr wrap="none" rtlCol="0">
            <a:spAutoFit/>
          </a:bodyPr>
          <a:lstStyle/>
          <a:p>
            <a:r>
              <a:rPr kumimoji="1" lang="zh-CN" altLang="en-US" dirty="0" smtClean="0"/>
              <a:t> </a:t>
            </a:r>
            <a:r>
              <a:rPr kumimoji="1" lang="en-US" altLang="zh-CN" dirty="0" err="1" smtClean="0"/>
              <a:t>UI_xxx</a:t>
            </a:r>
            <a:r>
              <a:rPr kumimoji="1" lang="zh-CN" altLang="en-US" dirty="0" smtClean="0"/>
              <a:t>.</a:t>
            </a:r>
            <a:r>
              <a:rPr kumimoji="1" lang="en-US" altLang="zh-CN" dirty="0" err="1" smtClean="0"/>
              <a:t>py</a:t>
            </a:r>
            <a:endParaRPr kumimoji="1" lang="zh-CN" altLang="en-US" dirty="0"/>
          </a:p>
        </p:txBody>
      </p:sp>
      <p:sp>
        <p:nvSpPr>
          <p:cNvPr id="10" name="文本框 9"/>
          <p:cNvSpPr txBox="1"/>
          <p:nvPr/>
        </p:nvSpPr>
        <p:spPr>
          <a:xfrm>
            <a:off x="7463781" y="5954666"/>
            <a:ext cx="1262410" cy="369332"/>
          </a:xfrm>
          <a:prstGeom prst="rect">
            <a:avLst/>
          </a:prstGeom>
          <a:noFill/>
          <a:ln>
            <a:solidFill>
              <a:srgbClr val="000000"/>
            </a:solidFill>
          </a:ln>
        </p:spPr>
        <p:txBody>
          <a:bodyPr wrap="none" rtlCol="0">
            <a:spAutoFit/>
          </a:bodyPr>
          <a:lstStyle/>
          <a:p>
            <a:r>
              <a:rPr kumimoji="1" lang="zh-CN" altLang="en-US" dirty="0" smtClean="0"/>
              <a:t> </a:t>
            </a:r>
            <a:r>
              <a:rPr kumimoji="1" lang="en-US" altLang="zh-CN" dirty="0" err="1" smtClean="0"/>
              <a:t>UI_xxx</a:t>
            </a:r>
            <a:r>
              <a:rPr kumimoji="1" lang="zh-CN" altLang="en-US" dirty="0" smtClean="0"/>
              <a:t>.</a:t>
            </a:r>
            <a:r>
              <a:rPr kumimoji="1" lang="en-US" altLang="zh-CN" dirty="0" err="1" smtClean="0"/>
              <a:t>py</a:t>
            </a:r>
            <a:endParaRPr kumimoji="1" lang="zh-CN" altLang="en-US" dirty="0"/>
          </a:p>
        </p:txBody>
      </p:sp>
      <p:sp>
        <p:nvSpPr>
          <p:cNvPr id="11" name="右箭头 10"/>
          <p:cNvSpPr/>
          <p:nvPr/>
        </p:nvSpPr>
        <p:spPr>
          <a:xfrm>
            <a:off x="6643775" y="5996439"/>
            <a:ext cx="729295" cy="298033"/>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761696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5562" y="297995"/>
            <a:ext cx="8288320" cy="2308324"/>
          </a:xfrm>
          <a:prstGeom prst="rect">
            <a:avLst/>
          </a:prstGeom>
        </p:spPr>
        <p:txBody>
          <a:bodyPr wrap="square">
            <a:spAutoFit/>
          </a:bodyPr>
          <a:lstStyle/>
          <a:p>
            <a:pPr marL="342900" indent="-342900">
              <a:buFont typeface="Wingdings" charset="2"/>
              <a:buChar char="Ø"/>
            </a:pPr>
            <a:r>
              <a:rPr kumimoji="1" lang="en-US" altLang="en-US" dirty="0" smtClean="0"/>
              <a:t>软件界面开发：</a:t>
            </a:r>
          </a:p>
          <a:p>
            <a:pPr marL="342900" indent="-342900">
              <a:buFont typeface="Wingdings" charset="2"/>
              <a:buChar char="Ø"/>
            </a:pPr>
            <a:endParaRPr kumimoji="1" lang="en-US" altLang="en-US" dirty="0" smtClean="0"/>
          </a:p>
          <a:p>
            <a:pPr marL="285750" indent="-285750">
              <a:buFont typeface="Wingdings" charset="2"/>
              <a:buChar char="p"/>
            </a:pPr>
            <a:r>
              <a:rPr kumimoji="1" lang="en-US" altLang="en-US" dirty="0" err="1" smtClean="0"/>
              <a:t>Matplotlib</a:t>
            </a:r>
            <a:r>
              <a:rPr kumimoji="1" lang="en-US" altLang="en-US" dirty="0" smtClean="0"/>
              <a:t/>
            </a:r>
            <a:br>
              <a:rPr kumimoji="1" lang="en-US" altLang="en-US" dirty="0" smtClean="0"/>
            </a:br>
            <a:r>
              <a:rPr kumimoji="1" lang="en-US" altLang="zh-CN" dirty="0" err="1" smtClean="0"/>
              <a:t>matplotlib</a:t>
            </a:r>
            <a:r>
              <a:rPr kumimoji="1" lang="en-US" altLang="zh-CN" dirty="0" smtClean="0"/>
              <a:t> </a:t>
            </a:r>
            <a:r>
              <a:rPr kumimoji="1" lang="zh-CN" altLang="en-US" dirty="0" smtClean="0"/>
              <a:t>是</a:t>
            </a:r>
            <a:r>
              <a:rPr kumimoji="1" lang="en-US" altLang="zh-CN" dirty="0" smtClean="0"/>
              <a:t>python</a:t>
            </a:r>
            <a:r>
              <a:rPr kumimoji="1" lang="zh-CN" altLang="en-US" dirty="0" smtClean="0"/>
              <a:t>最著名的绘图库，它提供了一整套和</a:t>
            </a:r>
            <a:r>
              <a:rPr kumimoji="1" lang="en-US" altLang="zh-CN" dirty="0" err="1" smtClean="0"/>
              <a:t>matlab</a:t>
            </a:r>
            <a:r>
              <a:rPr kumimoji="1" lang="zh-CN" altLang="en-US" dirty="0" smtClean="0"/>
              <a:t>相似的命令</a:t>
            </a:r>
            <a:r>
              <a:rPr kumimoji="1" lang="en-US" altLang="zh-CN" dirty="0" smtClean="0"/>
              <a:t>API</a:t>
            </a:r>
            <a:r>
              <a:rPr kumimoji="1" lang="zh-CN" altLang="en-US" dirty="0" smtClean="0"/>
              <a:t>，十分适合交互式地进行制图。而且也可以方便地将它作为绘图控件，嵌入</a:t>
            </a:r>
            <a:r>
              <a:rPr kumimoji="1" lang="en-US" altLang="zh-CN" dirty="0" smtClean="0"/>
              <a:t>GUI</a:t>
            </a:r>
            <a:r>
              <a:rPr kumimoji="1" lang="zh-CN" altLang="en-US" dirty="0" smtClean="0"/>
              <a:t>应用程序中。</a:t>
            </a:r>
            <a:r>
              <a:rPr kumimoji="1" lang="en-US" altLang="zh-CN" dirty="0" smtClean="0"/>
              <a:t/>
            </a:r>
            <a:br>
              <a:rPr kumimoji="1" lang="en-US" altLang="zh-CN" dirty="0" smtClean="0"/>
            </a:br>
            <a:r>
              <a:rPr kumimoji="1" lang="zh-CN" altLang="en-US" dirty="0" smtClean="0"/>
              <a:t>可以很大程度上代替</a:t>
            </a:r>
            <a:r>
              <a:rPr kumimoji="1" lang="en-US" altLang="zh-CN" dirty="0" err="1" smtClean="0"/>
              <a:t>matlab</a:t>
            </a:r>
            <a:r>
              <a:rPr kumimoji="1" lang="zh-CN" altLang="en-US" dirty="0" smtClean="0"/>
              <a:t>的</a:t>
            </a:r>
            <a:r>
              <a:rPr kumimoji="1" lang="zh-CN" altLang="en-US" dirty="0" smtClean="0">
                <a:solidFill>
                  <a:srgbClr val="FF0000"/>
                </a:solidFill>
              </a:rPr>
              <a:t>画图功能</a:t>
            </a:r>
            <a:r>
              <a:rPr kumimoji="1" lang="zh-CN" altLang="en-US" dirty="0" smtClean="0"/>
              <a:t>。（其本身没有计算功能，纯画图用）</a:t>
            </a:r>
            <a:r>
              <a:rPr kumimoji="1" lang="en-US" altLang="zh-CN" dirty="0" smtClean="0"/>
              <a:t/>
            </a:r>
            <a:br>
              <a:rPr kumimoji="1" lang="en-US" altLang="zh-CN" dirty="0" smtClean="0"/>
            </a:br>
            <a:r>
              <a:rPr kumimoji="1" lang="zh-CN" altLang="en-US" dirty="0" smtClean="0"/>
              <a:t>功能强大：</a:t>
            </a:r>
            <a:r>
              <a:rPr kumimoji="1" lang="en-US" altLang="zh-CN" dirty="0" smtClean="0"/>
              <a:t>http://</a:t>
            </a:r>
            <a:r>
              <a:rPr kumimoji="1" lang="en-US" altLang="zh-CN" dirty="0" err="1" smtClean="0"/>
              <a:t>matplotlib.org</a:t>
            </a:r>
            <a:r>
              <a:rPr kumimoji="1" lang="en-US" altLang="zh-CN" dirty="0" smtClean="0"/>
              <a:t>/</a:t>
            </a:r>
            <a:r>
              <a:rPr kumimoji="1" lang="en-US" altLang="zh-CN" dirty="0" err="1" smtClean="0"/>
              <a:t>gallery.html</a:t>
            </a:r>
            <a:endParaRPr kumimoji="1" lang="en-US" altLang="en-US" dirty="0" smtClean="0"/>
          </a:p>
        </p:txBody>
      </p:sp>
      <p:pic>
        <p:nvPicPr>
          <p:cNvPr id="4" name="图片 3"/>
          <p:cNvPicPr>
            <a:picLocks noChangeAspect="1"/>
          </p:cNvPicPr>
          <p:nvPr/>
        </p:nvPicPr>
        <p:blipFill>
          <a:blip r:embed="rId2"/>
          <a:stretch>
            <a:fillRect/>
          </a:stretch>
        </p:blipFill>
        <p:spPr>
          <a:xfrm>
            <a:off x="492432" y="2777979"/>
            <a:ext cx="2947893" cy="3185921"/>
          </a:xfrm>
          <a:prstGeom prst="rect">
            <a:avLst/>
          </a:prstGeom>
        </p:spPr>
      </p:pic>
      <p:pic>
        <p:nvPicPr>
          <p:cNvPr id="5" name="图片 4"/>
          <p:cNvPicPr>
            <a:picLocks noChangeAspect="1"/>
          </p:cNvPicPr>
          <p:nvPr/>
        </p:nvPicPr>
        <p:blipFill>
          <a:blip r:embed="rId3"/>
          <a:stretch>
            <a:fillRect/>
          </a:stretch>
        </p:blipFill>
        <p:spPr>
          <a:xfrm>
            <a:off x="3570466" y="2777979"/>
            <a:ext cx="1866467" cy="1640685"/>
          </a:xfrm>
          <a:prstGeom prst="rect">
            <a:avLst/>
          </a:prstGeom>
        </p:spPr>
      </p:pic>
      <p:pic>
        <p:nvPicPr>
          <p:cNvPr id="6" name="图片 5"/>
          <p:cNvPicPr>
            <a:picLocks noChangeAspect="1"/>
          </p:cNvPicPr>
          <p:nvPr/>
        </p:nvPicPr>
        <p:blipFill>
          <a:blip r:embed="rId4"/>
          <a:stretch>
            <a:fillRect/>
          </a:stretch>
        </p:blipFill>
        <p:spPr>
          <a:xfrm>
            <a:off x="5717655" y="2726147"/>
            <a:ext cx="2796227" cy="2250790"/>
          </a:xfrm>
          <a:prstGeom prst="rect">
            <a:avLst/>
          </a:prstGeom>
        </p:spPr>
      </p:pic>
      <p:pic>
        <p:nvPicPr>
          <p:cNvPr id="7" name="图片 6"/>
          <p:cNvPicPr>
            <a:picLocks noChangeAspect="1"/>
          </p:cNvPicPr>
          <p:nvPr/>
        </p:nvPicPr>
        <p:blipFill>
          <a:blip r:embed="rId5"/>
          <a:stretch>
            <a:fillRect/>
          </a:stretch>
        </p:blipFill>
        <p:spPr>
          <a:xfrm>
            <a:off x="3570466" y="4717778"/>
            <a:ext cx="2033506" cy="1700564"/>
          </a:xfrm>
          <a:prstGeom prst="rect">
            <a:avLst/>
          </a:prstGeom>
        </p:spPr>
      </p:pic>
      <p:pic>
        <p:nvPicPr>
          <p:cNvPr id="8" name="图片 7"/>
          <p:cNvPicPr>
            <a:picLocks noChangeAspect="1"/>
          </p:cNvPicPr>
          <p:nvPr/>
        </p:nvPicPr>
        <p:blipFill>
          <a:blip r:embed="rId6"/>
          <a:stretch>
            <a:fillRect/>
          </a:stretch>
        </p:blipFill>
        <p:spPr>
          <a:xfrm>
            <a:off x="6249739" y="4976937"/>
            <a:ext cx="2043845" cy="1620121"/>
          </a:xfrm>
          <a:prstGeom prst="rect">
            <a:avLst/>
          </a:prstGeom>
        </p:spPr>
      </p:pic>
    </p:spTree>
    <p:extLst>
      <p:ext uri="{BB962C8B-B14F-4D97-AF65-F5344CB8AC3E}">
        <p14:creationId xmlns:p14="http://schemas.microsoft.com/office/powerpoint/2010/main" val="1761696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7398" y="462412"/>
            <a:ext cx="6875818" cy="1200329"/>
          </a:xfrm>
          <a:prstGeom prst="rect">
            <a:avLst/>
          </a:prstGeom>
        </p:spPr>
        <p:txBody>
          <a:bodyPr wrap="square">
            <a:spAutoFit/>
          </a:bodyPr>
          <a:lstStyle/>
          <a:p>
            <a:pPr marL="285750" indent="-285750">
              <a:buFont typeface="Wingdings" charset="2"/>
              <a:buChar char="Ø"/>
            </a:pPr>
            <a:r>
              <a:rPr kumimoji="1" lang="zh-CN" altLang="en-US" dirty="0" smtClean="0"/>
              <a:t>集成开发工具（</a:t>
            </a:r>
            <a:r>
              <a:rPr kumimoji="1" lang="en-US" altLang="zh-CN" dirty="0" smtClean="0"/>
              <a:t>IDE</a:t>
            </a:r>
            <a:r>
              <a:rPr kumimoji="1" lang="zh-CN" altLang="en-US" dirty="0" smtClean="0"/>
              <a:t>）：</a:t>
            </a:r>
          </a:p>
          <a:p>
            <a:pPr marL="285750" indent="-285750">
              <a:buFont typeface="Wingdings" charset="2"/>
              <a:buChar char="p"/>
            </a:pPr>
            <a:r>
              <a:rPr kumimoji="1" lang="en-US" altLang="zh-CN" dirty="0" smtClean="0"/>
              <a:t>Eric</a:t>
            </a:r>
            <a:br>
              <a:rPr kumimoji="1" lang="en-US" altLang="zh-CN" dirty="0" smtClean="0"/>
            </a:br>
            <a:r>
              <a:rPr kumimoji="1" lang="zh-CN" altLang="en-US" dirty="0" smtClean="0"/>
              <a:t>将代码编写（</a:t>
            </a:r>
            <a:r>
              <a:rPr kumimoji="1" lang="en-US" altLang="zh-CN" dirty="0" smtClean="0"/>
              <a:t>python</a:t>
            </a:r>
            <a:r>
              <a:rPr kumimoji="1" lang="zh-CN" altLang="en-US" dirty="0" smtClean="0"/>
              <a:t>）、界面设计（</a:t>
            </a:r>
            <a:r>
              <a:rPr kumimoji="1" lang="en-US" altLang="zh-CN" dirty="0" err="1" smtClean="0"/>
              <a:t>Q</a:t>
            </a:r>
            <a:r>
              <a:rPr kumimoji="1" lang="en-US" altLang="zh-CN" dirty="0" err="1" smtClean="0"/>
              <a:t>t</a:t>
            </a:r>
            <a:r>
              <a:rPr kumimoji="1" lang="zh-CN" altLang="en-US" dirty="0" smtClean="0"/>
              <a:t> </a:t>
            </a:r>
            <a:r>
              <a:rPr kumimoji="1" lang="en-US" altLang="zh-CN" dirty="0" smtClean="0"/>
              <a:t>Designer</a:t>
            </a:r>
            <a:r>
              <a:rPr kumimoji="1" lang="zh-CN" altLang="en-US" dirty="0" smtClean="0"/>
              <a:t>）、程序调试等步骤集成在一个软件内。形成类似</a:t>
            </a:r>
            <a:r>
              <a:rPr kumimoji="1" lang="en-US" altLang="zh-CN" dirty="0" err="1" smtClean="0"/>
              <a:t>Matlab</a:t>
            </a:r>
            <a:r>
              <a:rPr kumimoji="1" lang="zh-CN" altLang="en-US" dirty="0" smtClean="0"/>
              <a:t>中</a:t>
            </a:r>
            <a:r>
              <a:rPr kumimoji="1" lang="en-US" altLang="zh-CN" dirty="0" smtClean="0"/>
              <a:t>GUIDE</a:t>
            </a:r>
            <a:r>
              <a:rPr kumimoji="1" lang="zh-CN" altLang="en-US" dirty="0" smtClean="0"/>
              <a:t>的流程。</a:t>
            </a:r>
            <a:endParaRPr kumimoji="1" lang="en-US" altLang="zh-CN" dirty="0" smtClean="0"/>
          </a:p>
        </p:txBody>
      </p:sp>
      <p:pic>
        <p:nvPicPr>
          <p:cNvPr id="3" name="图片 2"/>
          <p:cNvPicPr>
            <a:picLocks noChangeAspect="1"/>
          </p:cNvPicPr>
          <p:nvPr/>
        </p:nvPicPr>
        <p:blipFill>
          <a:blip r:embed="rId2"/>
          <a:stretch>
            <a:fillRect/>
          </a:stretch>
        </p:blipFill>
        <p:spPr>
          <a:xfrm>
            <a:off x="1080434" y="1662741"/>
            <a:ext cx="6837346" cy="4765776"/>
          </a:xfrm>
          <a:prstGeom prst="rect">
            <a:avLst/>
          </a:prstGeom>
        </p:spPr>
      </p:pic>
    </p:spTree>
    <p:extLst>
      <p:ext uri="{BB962C8B-B14F-4D97-AF65-F5344CB8AC3E}">
        <p14:creationId xmlns:p14="http://schemas.microsoft.com/office/powerpoint/2010/main" val="176169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557008"/>
            <a:ext cx="8935326" cy="5027872"/>
          </a:xfrm>
          <a:prstGeom prst="rect">
            <a:avLst/>
          </a:prstGeom>
        </p:spPr>
      </p:pic>
      <p:sp>
        <p:nvSpPr>
          <p:cNvPr id="4" name="文本框 3"/>
          <p:cNvSpPr txBox="1"/>
          <p:nvPr/>
        </p:nvSpPr>
        <p:spPr>
          <a:xfrm>
            <a:off x="505390" y="5778882"/>
            <a:ext cx="8232542" cy="830997"/>
          </a:xfrm>
          <a:prstGeom prst="rect">
            <a:avLst/>
          </a:prstGeom>
          <a:noFill/>
        </p:spPr>
        <p:txBody>
          <a:bodyPr wrap="none" rtlCol="0">
            <a:spAutoFit/>
          </a:bodyPr>
          <a:lstStyle/>
          <a:p>
            <a:r>
              <a:rPr kumimoji="1" lang="en-US" altLang="zh-CN" sz="2400" dirty="0" smtClean="0">
                <a:solidFill>
                  <a:srgbClr val="FF0000"/>
                </a:solidFill>
              </a:rPr>
              <a:t>1.</a:t>
            </a:r>
            <a:r>
              <a:rPr kumimoji="1" lang="zh-CN" altLang="en-US" sz="2400" dirty="0" smtClean="0">
                <a:solidFill>
                  <a:srgbClr val="FF0000"/>
                </a:solidFill>
              </a:rPr>
              <a:t>首先从</a:t>
            </a:r>
            <a:r>
              <a:rPr kumimoji="1" lang="en-US" altLang="zh-CN" sz="2400" dirty="0" smtClean="0">
                <a:solidFill>
                  <a:srgbClr val="FF0000"/>
                </a:solidFill>
              </a:rPr>
              <a:t>0</a:t>
            </a:r>
            <a:r>
              <a:rPr kumimoji="1" lang="zh-CN" altLang="en-US" sz="2400" dirty="0" smtClean="0">
                <a:solidFill>
                  <a:srgbClr val="FF0000"/>
                </a:solidFill>
              </a:rPr>
              <a:t>开始，怎样制作一个带有图形界面的</a:t>
            </a:r>
            <a:r>
              <a:rPr kumimoji="1" lang="en-US" altLang="zh-CN" sz="2400" dirty="0" smtClean="0">
                <a:solidFill>
                  <a:srgbClr val="FF0000"/>
                </a:solidFill>
              </a:rPr>
              <a:t>Python</a:t>
            </a:r>
            <a:r>
              <a:rPr kumimoji="1" lang="zh-CN" altLang="en-US" sz="2400" dirty="0" smtClean="0">
                <a:solidFill>
                  <a:srgbClr val="FF0000"/>
                </a:solidFill>
              </a:rPr>
              <a:t>程序？</a:t>
            </a:r>
            <a:endParaRPr kumimoji="1" lang="en-US" altLang="zh-CN" sz="2400" dirty="0" smtClean="0">
              <a:solidFill>
                <a:srgbClr val="FF0000"/>
              </a:solidFill>
            </a:endParaRPr>
          </a:p>
          <a:p>
            <a:r>
              <a:rPr kumimoji="1" lang="en-US" altLang="zh-CN" sz="2400" dirty="0" smtClean="0">
                <a:solidFill>
                  <a:srgbClr val="FF0000"/>
                </a:solidFill>
              </a:rPr>
              <a:t>2.</a:t>
            </a:r>
            <a:r>
              <a:rPr kumimoji="1" lang="zh-CN" altLang="en-US" sz="2400" dirty="0" smtClean="0">
                <a:solidFill>
                  <a:srgbClr val="FF0000"/>
                </a:solidFill>
              </a:rPr>
              <a:t>看看调束软件中的</a:t>
            </a:r>
            <a:r>
              <a:rPr kumimoji="1" lang="en-US" altLang="zh-CN" sz="2400" dirty="0" smtClean="0">
                <a:solidFill>
                  <a:srgbClr val="FF0000"/>
                </a:solidFill>
              </a:rPr>
              <a:t>Emittance measurement</a:t>
            </a:r>
            <a:r>
              <a:rPr kumimoji="1" lang="zh-CN" altLang="en-US" sz="2400" dirty="0" smtClean="0">
                <a:solidFill>
                  <a:srgbClr val="FF0000"/>
                </a:solidFill>
              </a:rPr>
              <a:t>的例子。</a:t>
            </a:r>
            <a:endParaRPr kumimoji="1" lang="zh-CN" altLang="en-US" sz="2400" dirty="0">
              <a:solidFill>
                <a:srgbClr val="FF0000"/>
              </a:solidFill>
            </a:endParaRPr>
          </a:p>
        </p:txBody>
      </p:sp>
    </p:spTree>
    <p:extLst>
      <p:ext uri="{BB962C8B-B14F-4D97-AF65-F5344CB8AC3E}">
        <p14:creationId xmlns:p14="http://schemas.microsoft.com/office/powerpoint/2010/main" val="176169647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
                                        <p:tgtEl>
                                          <p:spTgt spid="4"/>
                                        </p:tgtEl>
                                      </p:cBhvr>
                                    </p:animEffect>
                                    <p:anim calcmode="lin" valueType="num">
                                      <p:cBhvr>
                                        <p:cTn id="8" dur="400" fill="hold"/>
                                        <p:tgtEl>
                                          <p:spTgt spid="4"/>
                                        </p:tgtEl>
                                        <p:attrNameLst>
                                          <p:attrName>ppt_x</p:attrName>
                                        </p:attrNameLst>
                                      </p:cBhvr>
                                      <p:tavLst>
                                        <p:tav tm="0">
                                          <p:val>
                                            <p:strVal val="#ppt_x"/>
                                          </p:val>
                                        </p:tav>
                                        <p:tav tm="100000">
                                          <p:val>
                                            <p:strVal val="#ppt_x"/>
                                          </p:val>
                                        </p:tav>
                                      </p:tavLst>
                                    </p:anim>
                                    <p:anim calcmode="lin" valueType="num">
                                      <p:cBhvr>
                                        <p:cTn id="9" dur="400" fill="hold"/>
                                        <p:tgtEl>
                                          <p:spTgt spid="4"/>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4"/>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4"/>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170</TotalTime>
  <Words>926</Words>
  <Application>Microsoft Macintosh PowerPoint</Application>
  <PresentationFormat>全屏显示(4:3)</PresentationFormat>
  <Paragraphs>252</Paragraphs>
  <Slides>20</Slides>
  <Notes>0</Notes>
  <HiddenSlides>0</HiddenSlides>
  <MMClips>0</MMClips>
  <ScaleCrop>false</ScaleCrop>
  <HeadingPairs>
    <vt:vector size="4" baseType="variant">
      <vt:variant>
        <vt:lpstr>主题</vt:lpstr>
      </vt:variant>
      <vt:variant>
        <vt:i4>1</vt:i4>
      </vt:variant>
      <vt:variant>
        <vt:lpstr>幻灯片标题</vt:lpstr>
      </vt:variant>
      <vt:variant>
        <vt:i4>20</vt:i4>
      </vt:variant>
    </vt:vector>
  </HeadingPairs>
  <TitlesOfParts>
    <vt:vector size="21" baseType="lpstr">
      <vt:lpstr>Office 主题</vt:lpstr>
      <vt:lpstr>使用Python开发GUI程序示例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Python开发GUI程序示例</dc:title>
  <dc:creator>user user</dc:creator>
  <cp:lastModifiedBy>user user</cp:lastModifiedBy>
  <cp:revision>68</cp:revision>
  <dcterms:created xsi:type="dcterms:W3CDTF">2016-03-13T12:42:01Z</dcterms:created>
  <dcterms:modified xsi:type="dcterms:W3CDTF">2016-03-13T15:32:26Z</dcterms:modified>
</cp:coreProperties>
</file>